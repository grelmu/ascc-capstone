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93" r:id="rId4"/>
  </p:sldMasterIdLst>
  <p:notesMasterIdLst>
    <p:notesMasterId r:id="rId17"/>
  </p:notesMasterIdLst>
  <p:handoutMasterIdLst>
    <p:handoutMasterId r:id="rId18"/>
  </p:handoutMasterIdLst>
  <p:sldIdLst>
    <p:sldId id="256" r:id="rId5"/>
    <p:sldId id="368" r:id="rId6"/>
    <p:sldId id="309" r:id="rId7"/>
    <p:sldId id="370" r:id="rId8"/>
    <p:sldId id="371" r:id="rId9"/>
    <p:sldId id="373" r:id="rId10"/>
    <p:sldId id="372" r:id="rId11"/>
    <p:sldId id="471" r:id="rId12"/>
    <p:sldId id="813" r:id="rId13"/>
    <p:sldId id="374" r:id="rId14"/>
    <p:sldId id="814" r:id="rId15"/>
    <p:sldId id="8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194C"/>
    <a:srgbClr val="79B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818EB-FF7B-41AB-8A87-62A34E2467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5876A-F078-41F1-9483-599D61431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939E6-E05D-436C-9FFA-D6118112A015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92EF3-954B-490C-9F06-CB00249ACE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19D3D-51DA-4E66-98C7-308105766B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4E56E-25A3-443E-B772-00B6D5DC0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84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C04A4-542A-4FE2-82CD-5BB16E12121F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725EA-ABCC-409B-929C-6DD080CCD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0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25EA-ABCC-409B-929C-6DD080CCD4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81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project has a number of operations, which can be created, browsed and searched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CF5F6-88FC-4888-8D06-F0CD6B9151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6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CF5F6-88FC-4888-8D06-F0CD6B9151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4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emf"/><Relationship Id="rId4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128" y="3047489"/>
            <a:ext cx="11503169" cy="83534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l">
              <a:defRPr sz="4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2128" y="3882832"/>
            <a:ext cx="11503169" cy="4078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author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422128" y="4292021"/>
            <a:ext cx="11503169" cy="2525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22128" y="4544568"/>
            <a:ext cx="11503169" cy="25603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>
              <a:buNone/>
              <a:defRPr sz="14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contract/project number</a:t>
            </a:r>
          </a:p>
        </p:txBody>
      </p: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291734" y="3047489"/>
            <a:ext cx="0" cy="1753111"/>
          </a:xfrm>
          <a:prstGeom prst="line">
            <a:avLst/>
          </a:prstGeom>
          <a:ln w="38100">
            <a:solidFill>
              <a:srgbClr val="79B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2098B664-D7C8-442C-8D7B-72319FD153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396" y="463797"/>
            <a:ext cx="2477631" cy="7733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6D0B92-C487-4C75-869D-30E66AA0EE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886" y="233274"/>
            <a:ext cx="4197411" cy="832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8947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">
          <p15:clr>
            <a:srgbClr val="FBAE40"/>
          </p15:clr>
        </p15:guide>
        <p15:guide id="2" pos="168">
          <p15:clr>
            <a:srgbClr val="FBAE40"/>
          </p15:clr>
        </p15:guide>
        <p15:guide id="3" pos="7512">
          <p15:clr>
            <a:srgbClr val="FBAE40"/>
          </p15:clr>
        </p15:guide>
        <p15:guide id="4" orient="horz" pos="288">
          <p15:clr>
            <a:srgbClr val="FBAE40"/>
          </p15:clr>
        </p15:guide>
        <p15:guide id="5" orient="horz" pos="672">
          <p15:clr>
            <a:srgbClr val="FBAE40"/>
          </p15:clr>
        </p15:guide>
        <p15:guide id="6" orient="horz" pos="1920">
          <p15:clr>
            <a:srgbClr val="FBAE40"/>
          </p15:clr>
        </p15:guide>
        <p15:guide id="7" orient="horz" pos="888">
          <p15:clr>
            <a:srgbClr val="FBAE40"/>
          </p15:clr>
        </p15:guide>
        <p15:guide id="8" orient="horz" pos="4056">
          <p15:clr>
            <a:srgbClr val="FBAE40"/>
          </p15:clr>
        </p15:guide>
        <p15:guide id="9" orient="horz" pos="3144">
          <p15:clr>
            <a:srgbClr val="FBAE40"/>
          </p15:clr>
        </p15:guide>
        <p15:guide id="10" orient="horz" pos="30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DA58C7-6DF3-4685-AE01-6A5939F2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502590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4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1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775661"/>
            <a:ext cx="5874962" cy="5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4640" y="775661"/>
            <a:ext cx="5879592" cy="5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38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 Up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155576"/>
            <a:ext cx="5874962" cy="5160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4640" y="3967356"/>
            <a:ext cx="5879592" cy="234836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61A7542-7F92-4E37-A3E8-5D71D47A8A2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64640" y="1155575"/>
            <a:ext cx="5879592" cy="231756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17EFE1-AB17-4F74-A667-EA076737403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2398" y="1155576"/>
            <a:ext cx="1" cy="516014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B88D56-53DE-4C40-B6BD-391DC33A2319}"/>
              </a:ext>
            </a:extLst>
          </p:cNvPr>
          <p:cNvCxnSpPr>
            <a:cxnSpLocks/>
          </p:cNvCxnSpPr>
          <p:nvPr userDrawn="1"/>
        </p:nvCxnSpPr>
        <p:spPr>
          <a:xfrm>
            <a:off x="6155366" y="1155576"/>
            <a:ext cx="6955" cy="231756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E289C1-BB49-4DE6-8C96-04F9A8AE363D}"/>
              </a:ext>
            </a:extLst>
          </p:cNvPr>
          <p:cNvCxnSpPr>
            <a:cxnSpLocks/>
          </p:cNvCxnSpPr>
          <p:nvPr userDrawn="1"/>
        </p:nvCxnSpPr>
        <p:spPr>
          <a:xfrm>
            <a:off x="6155366" y="3967356"/>
            <a:ext cx="6955" cy="234836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FAF4EDF-E8CE-43AB-810A-F2A55FD766D7}"/>
              </a:ext>
            </a:extLst>
          </p:cNvPr>
          <p:cNvSpPr txBox="1"/>
          <p:nvPr userDrawn="1"/>
        </p:nvSpPr>
        <p:spPr>
          <a:xfrm>
            <a:off x="152398" y="786242"/>
            <a:ext cx="2061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Progress Update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E04D7D-4CBC-437C-95E2-314E4131AD41}"/>
              </a:ext>
            </a:extLst>
          </p:cNvPr>
          <p:cNvSpPr txBox="1"/>
          <p:nvPr userDrawn="1"/>
        </p:nvSpPr>
        <p:spPr>
          <a:xfrm>
            <a:off x="6155366" y="786242"/>
            <a:ext cx="2061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Objective &amp; ETC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64A380-5011-4C4E-A5CA-EEBF2ADFA566}"/>
              </a:ext>
            </a:extLst>
          </p:cNvPr>
          <p:cNvSpPr txBox="1"/>
          <p:nvPr userDrawn="1"/>
        </p:nvSpPr>
        <p:spPr>
          <a:xfrm>
            <a:off x="6155366" y="3598024"/>
            <a:ext cx="257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Questions/Issues/etc.</a:t>
            </a:r>
          </a:p>
        </p:txBody>
      </p:sp>
    </p:spTree>
    <p:extLst>
      <p:ext uri="{BB962C8B-B14F-4D97-AF65-F5344CB8AC3E}">
        <p14:creationId xmlns:p14="http://schemas.microsoft.com/office/powerpoint/2010/main" val="3859622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96">
          <p15:clr>
            <a:srgbClr val="FBAE40"/>
          </p15:clr>
        </p15:guide>
        <p15:guide id="3" pos="75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5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4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3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2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85799"/>
            <a:ext cx="2628900" cy="5491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85799"/>
            <a:ext cx="7734300" cy="5491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152400" y="68580"/>
            <a:ext cx="9745412" cy="548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52400" y="754380"/>
            <a:ext cx="11887200" cy="567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52400" y="6570617"/>
            <a:ext cx="519484" cy="233874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</a:defRPr>
            </a:lvl1pPr>
          </a:lstStyle>
          <a:p>
            <a:fld id="{6A21A802-225F-4DA4-952C-019D93382B0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13F2FA4-9B93-4565-9C95-F68E5467F91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69953" y="6341038"/>
            <a:ext cx="2088521" cy="40908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690ED8F-5515-41C1-B396-93133A829084}"/>
              </a:ext>
            </a:extLst>
          </p:cNvPr>
          <p:cNvGrpSpPr/>
          <p:nvPr userDrawn="1"/>
        </p:nvGrpSpPr>
        <p:grpSpPr>
          <a:xfrm>
            <a:off x="9897812" y="-1360"/>
            <a:ext cx="2294188" cy="696304"/>
            <a:chOff x="9897812" y="-1360"/>
            <a:chExt cx="2294188" cy="6963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CFA4436-BA9D-4195-ADD2-EB24FC4BA357}"/>
                </a:ext>
              </a:extLst>
            </p:cNvPr>
            <p:cNvGrpSpPr/>
            <p:nvPr/>
          </p:nvGrpSpPr>
          <p:grpSpPr>
            <a:xfrm>
              <a:off x="9897812" y="-1360"/>
              <a:ext cx="2294188" cy="696304"/>
              <a:chOff x="9897812" y="-1360"/>
              <a:chExt cx="2294188" cy="696304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2C07C44-2A65-40FA-9BDD-9B9666D84E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97812" y="0"/>
                <a:ext cx="2294188" cy="694944"/>
              </a:xfrm>
              <a:custGeom>
                <a:avLst/>
                <a:gdLst>
                  <a:gd name="connsiteX0" fmla="*/ 0 w 2294188"/>
                  <a:gd name="connsiteY0" fmla="*/ 0 h 694944"/>
                  <a:gd name="connsiteX1" fmla="*/ 2294188 w 2294188"/>
                  <a:gd name="connsiteY1" fmla="*/ 0 h 694944"/>
                  <a:gd name="connsiteX2" fmla="*/ 2294188 w 2294188"/>
                  <a:gd name="connsiteY2" fmla="*/ 694944 h 694944"/>
                  <a:gd name="connsiteX3" fmla="*/ 231648 w 2294188"/>
                  <a:gd name="connsiteY3" fmla="*/ 694944 h 694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94188" h="694944">
                    <a:moveTo>
                      <a:pt x="0" y="0"/>
                    </a:moveTo>
                    <a:lnTo>
                      <a:pt x="2294188" y="0"/>
                    </a:lnTo>
                    <a:lnTo>
                      <a:pt x="2294188" y="694944"/>
                    </a:lnTo>
                    <a:lnTo>
                      <a:pt x="231648" y="694944"/>
                    </a:lnTo>
                    <a:close/>
                  </a:path>
                </a:pathLst>
              </a:custGeom>
              <a:solidFill>
                <a:srgbClr val="002A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5553D62-3895-445D-B3A9-740777EDCBD1}"/>
                  </a:ext>
                </a:extLst>
              </p:cNvPr>
              <p:cNvSpPr/>
              <p:nvPr/>
            </p:nvSpPr>
            <p:spPr>
              <a:xfrm>
                <a:off x="9909049" y="-1360"/>
                <a:ext cx="2282951" cy="685800"/>
              </a:xfrm>
              <a:custGeom>
                <a:avLst/>
                <a:gdLst>
                  <a:gd name="connsiteX0" fmla="*/ 0 w 2282951"/>
                  <a:gd name="connsiteY0" fmla="*/ 0 h 685800"/>
                  <a:gd name="connsiteX1" fmla="*/ 2282951 w 2282951"/>
                  <a:gd name="connsiteY1" fmla="*/ 0 h 685800"/>
                  <a:gd name="connsiteX2" fmla="*/ 2282951 w 2282951"/>
                  <a:gd name="connsiteY2" fmla="*/ 685800 h 685800"/>
                  <a:gd name="connsiteX3" fmla="*/ 228599 w 2282951"/>
                  <a:gd name="connsiteY3" fmla="*/ 685800 h 685800"/>
                  <a:gd name="connsiteX4" fmla="*/ 0 w 2282951"/>
                  <a:gd name="connsiteY4" fmla="*/ 3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2951" h="685800">
                    <a:moveTo>
                      <a:pt x="0" y="0"/>
                    </a:moveTo>
                    <a:lnTo>
                      <a:pt x="2282951" y="0"/>
                    </a:lnTo>
                    <a:lnTo>
                      <a:pt x="2282951" y="685800"/>
                    </a:lnTo>
                    <a:lnTo>
                      <a:pt x="228599" y="68580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en-US"/>
              </a:p>
            </p:txBody>
          </p: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32335E5-2955-4122-9C0D-C991F62F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265466" y="75861"/>
              <a:ext cx="1793008" cy="5313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22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904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0E8C-DA5B-4E57-BB6D-ACE47DACB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Material Process-Property Data Warehouse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EBC57-99D7-4673-9976-3435CD14F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8B64-76C3-4C99-9023-A8D4A2DBB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2022-12-09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769A6-F07B-41F3-A093-2B0EFEE73E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2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P</a:t>
            </a:r>
            <a:r>
              <a:rPr lang="en-US" sz="3200">
                <a:solidFill>
                  <a:srgbClr val="000000"/>
                </a:solidFill>
                <a:cs typeface="Calibri" panose="020F0502020204030204" pitchFamily="34" charset="0"/>
              </a:rPr>
              <a:t>rocess-Property Data Warehouse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2F4A850-276E-DD43-79BA-A6F21C220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35286"/>
            <a:ext cx="11887200" cy="385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A010503-A3AD-4C7F-96EA-4EF39AC71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1035286"/>
            <a:ext cx="11887200" cy="38590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P</a:t>
            </a:r>
            <a:r>
              <a:rPr lang="en-US" sz="3200">
                <a:solidFill>
                  <a:srgbClr val="000000"/>
                </a:solidFill>
                <a:cs typeface="Calibri" panose="020F0502020204030204" pitchFamily="34" charset="0"/>
              </a:rPr>
              <a:t>rocess-Property Data Warehouse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76A3A2BA-2755-45FA-9854-1D774BE95C20}"/>
              </a:ext>
            </a:extLst>
          </p:cNvPr>
          <p:cNvSpPr/>
          <p:nvPr/>
        </p:nvSpPr>
        <p:spPr>
          <a:xfrm>
            <a:off x="5023064" y="722953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Mat</a:t>
            </a:r>
            <a:endParaRPr lang="en-US" sz="1400"/>
          </a:p>
        </p:txBody>
      </p:sp>
      <p:sp>
        <p:nvSpPr>
          <p:cNvPr id="8" name="Callout: Down Arrow 7">
            <a:extLst>
              <a:ext uri="{FF2B5EF4-FFF2-40B4-BE49-F238E27FC236}">
                <a16:creationId xmlns:a16="http://schemas.microsoft.com/office/drawing/2014/main" id="{F54A615A-EDD2-4A67-92C4-FAD391117D43}"/>
              </a:ext>
            </a:extLst>
          </p:cNvPr>
          <p:cNvSpPr/>
          <p:nvPr/>
        </p:nvSpPr>
        <p:spPr>
          <a:xfrm>
            <a:off x="5023064" y="1072519"/>
            <a:ext cx="652000" cy="41965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+Geo</a:t>
            </a:r>
            <a:endParaRPr lang="en-US" sz="1400"/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0A549C40-886A-419F-AC63-F0878FE0B7E6}"/>
              </a:ext>
            </a:extLst>
          </p:cNvPr>
          <p:cNvSpPr/>
          <p:nvPr/>
        </p:nvSpPr>
        <p:spPr>
          <a:xfrm>
            <a:off x="5023064" y="2353968"/>
            <a:ext cx="652000" cy="41965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Geo</a:t>
            </a:r>
            <a:endParaRPr lang="en-US" sz="1400"/>
          </a:p>
        </p:txBody>
      </p:sp>
      <p:sp>
        <p:nvSpPr>
          <p:cNvPr id="10" name="Callout: Down Arrow 9">
            <a:extLst>
              <a:ext uri="{FF2B5EF4-FFF2-40B4-BE49-F238E27FC236}">
                <a16:creationId xmlns:a16="http://schemas.microsoft.com/office/drawing/2014/main" id="{99AF485C-6410-459C-8FC2-1DFEBA65A029}"/>
              </a:ext>
            </a:extLst>
          </p:cNvPr>
          <p:cNvSpPr/>
          <p:nvPr/>
        </p:nvSpPr>
        <p:spPr>
          <a:xfrm>
            <a:off x="6186854" y="2353968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Mat</a:t>
            </a:r>
            <a:endParaRPr lang="en-US" sz="1400"/>
          </a:p>
        </p:txBody>
      </p:sp>
      <p:sp>
        <p:nvSpPr>
          <p:cNvPr id="11" name="Callout: Down Arrow 10">
            <a:extLst>
              <a:ext uri="{FF2B5EF4-FFF2-40B4-BE49-F238E27FC236}">
                <a16:creationId xmlns:a16="http://schemas.microsoft.com/office/drawing/2014/main" id="{8895AFB0-B215-471A-8285-0D973A8ECCF3}"/>
              </a:ext>
            </a:extLst>
          </p:cNvPr>
          <p:cNvSpPr/>
          <p:nvPr/>
        </p:nvSpPr>
        <p:spPr>
          <a:xfrm>
            <a:off x="8543815" y="2353968"/>
            <a:ext cx="652000" cy="41965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Geo</a:t>
            </a:r>
            <a:endParaRPr lang="en-US" sz="1400"/>
          </a:p>
        </p:txBody>
      </p:sp>
      <p:sp>
        <p:nvSpPr>
          <p:cNvPr id="12" name="Callout: Down Arrow 11">
            <a:extLst>
              <a:ext uri="{FF2B5EF4-FFF2-40B4-BE49-F238E27FC236}">
                <a16:creationId xmlns:a16="http://schemas.microsoft.com/office/drawing/2014/main" id="{77E64A81-3C20-495F-993B-7129BF7FC265}"/>
              </a:ext>
            </a:extLst>
          </p:cNvPr>
          <p:cNvSpPr/>
          <p:nvPr/>
        </p:nvSpPr>
        <p:spPr>
          <a:xfrm>
            <a:off x="3738551" y="2755663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Mat</a:t>
            </a:r>
            <a:endParaRPr lang="en-US" sz="1400"/>
          </a:p>
        </p:txBody>
      </p:sp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FF95EBC4-3CDC-43B6-AE59-51CB12534753}"/>
              </a:ext>
            </a:extLst>
          </p:cNvPr>
          <p:cNvSpPr/>
          <p:nvPr/>
        </p:nvSpPr>
        <p:spPr>
          <a:xfrm>
            <a:off x="3738551" y="3105229"/>
            <a:ext cx="652000" cy="41965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+Geo</a:t>
            </a:r>
            <a:endParaRPr lang="en-US" sz="1400"/>
          </a:p>
        </p:txBody>
      </p:sp>
      <p:sp>
        <p:nvSpPr>
          <p:cNvPr id="14" name="Callout: Down Arrow 13">
            <a:extLst>
              <a:ext uri="{FF2B5EF4-FFF2-40B4-BE49-F238E27FC236}">
                <a16:creationId xmlns:a16="http://schemas.microsoft.com/office/drawing/2014/main" id="{71A5DF98-3D9E-47F7-B250-A6999B0889D9}"/>
              </a:ext>
            </a:extLst>
          </p:cNvPr>
          <p:cNvSpPr/>
          <p:nvPr/>
        </p:nvSpPr>
        <p:spPr>
          <a:xfrm>
            <a:off x="2574761" y="2545134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Mat</a:t>
            </a:r>
            <a:endParaRPr lang="en-US" sz="1400"/>
          </a:p>
        </p:txBody>
      </p:sp>
      <p:sp>
        <p:nvSpPr>
          <p:cNvPr id="15" name="Callout: Down Arrow 14">
            <a:extLst>
              <a:ext uri="{FF2B5EF4-FFF2-40B4-BE49-F238E27FC236}">
                <a16:creationId xmlns:a16="http://schemas.microsoft.com/office/drawing/2014/main" id="{58582E91-209A-4D5B-834D-1FEDBC90223E}"/>
              </a:ext>
            </a:extLst>
          </p:cNvPr>
          <p:cNvSpPr/>
          <p:nvPr/>
        </p:nvSpPr>
        <p:spPr>
          <a:xfrm>
            <a:off x="2565842" y="1277313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Mat</a:t>
            </a:r>
            <a:endParaRPr lang="en-US" sz="1400"/>
          </a:p>
        </p:txBody>
      </p:sp>
      <p:sp>
        <p:nvSpPr>
          <p:cNvPr id="16" name="Callout: Down Arrow 15">
            <a:extLst>
              <a:ext uri="{FF2B5EF4-FFF2-40B4-BE49-F238E27FC236}">
                <a16:creationId xmlns:a16="http://schemas.microsoft.com/office/drawing/2014/main" id="{614C05F5-E56D-42A2-9226-7C46373943C8}"/>
              </a:ext>
            </a:extLst>
          </p:cNvPr>
          <p:cNvSpPr/>
          <p:nvPr/>
        </p:nvSpPr>
        <p:spPr>
          <a:xfrm>
            <a:off x="273622" y="1812268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+Mat</a:t>
            </a:r>
            <a:endParaRPr lang="en-US" sz="1400"/>
          </a:p>
        </p:txBody>
      </p:sp>
      <p:sp>
        <p:nvSpPr>
          <p:cNvPr id="18" name="Callout: Down Arrow 17">
            <a:extLst>
              <a:ext uri="{FF2B5EF4-FFF2-40B4-BE49-F238E27FC236}">
                <a16:creationId xmlns:a16="http://schemas.microsoft.com/office/drawing/2014/main" id="{1B6849EA-F9A4-4640-9825-2E047B94C131}"/>
              </a:ext>
            </a:extLst>
          </p:cNvPr>
          <p:cNvSpPr/>
          <p:nvPr/>
        </p:nvSpPr>
        <p:spPr>
          <a:xfrm>
            <a:off x="6186854" y="1080004"/>
            <a:ext cx="652000" cy="419656"/>
          </a:xfrm>
          <a:prstGeom prst="downArrowCallou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Mat</a:t>
            </a:r>
            <a:endParaRPr lang="en-US" sz="1400"/>
          </a:p>
        </p:txBody>
      </p:sp>
      <p:sp>
        <p:nvSpPr>
          <p:cNvPr id="19" name="Callout: Down Arrow 18">
            <a:extLst>
              <a:ext uri="{FF2B5EF4-FFF2-40B4-BE49-F238E27FC236}">
                <a16:creationId xmlns:a16="http://schemas.microsoft.com/office/drawing/2014/main" id="{1C6EA357-D0C3-4183-B951-D5C45EA181D7}"/>
              </a:ext>
            </a:extLst>
          </p:cNvPr>
          <p:cNvSpPr/>
          <p:nvPr/>
        </p:nvSpPr>
        <p:spPr>
          <a:xfrm>
            <a:off x="8543815" y="1060867"/>
            <a:ext cx="652000" cy="41965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400" b="1" i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Δ</a:t>
            </a:r>
            <a:r>
              <a:rPr lang="en-US" sz="1400" b="1">
                <a:solidFill>
                  <a:srgbClr val="202124"/>
                </a:solidFill>
                <a:latin typeface="Roboto" panose="02000000000000000000" pitchFamily="2" charset="0"/>
              </a:rPr>
              <a:t>Geo</a:t>
            </a:r>
            <a:endParaRPr lang="en-US" sz="14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FC7A97-5B6C-4E11-B2FE-FD95E9A21677}"/>
              </a:ext>
            </a:extLst>
          </p:cNvPr>
          <p:cNvGrpSpPr/>
          <p:nvPr/>
        </p:nvGrpSpPr>
        <p:grpSpPr>
          <a:xfrm>
            <a:off x="4064551" y="3750447"/>
            <a:ext cx="374233" cy="63466"/>
            <a:chOff x="2406401" y="5086556"/>
            <a:chExt cx="374233" cy="6346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B1C6F29-D483-4DF8-8623-3E49A0891FBA}"/>
                </a:ext>
              </a:extLst>
            </p:cNvPr>
            <p:cNvSpPr/>
            <p:nvPr/>
          </p:nvSpPr>
          <p:spPr>
            <a:xfrm>
              <a:off x="2406401" y="5086557"/>
              <a:ext cx="65314" cy="6346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A573D05-8554-45FF-B329-D134E167F53A}"/>
                </a:ext>
              </a:extLst>
            </p:cNvPr>
            <p:cNvSpPr/>
            <p:nvPr/>
          </p:nvSpPr>
          <p:spPr>
            <a:xfrm>
              <a:off x="2509374" y="5086556"/>
              <a:ext cx="65314" cy="6346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27A6C81-A54D-4829-AB85-8E89B2D587DF}"/>
                </a:ext>
              </a:extLst>
            </p:cNvPr>
            <p:cNvSpPr/>
            <p:nvPr/>
          </p:nvSpPr>
          <p:spPr>
            <a:xfrm>
              <a:off x="2612347" y="5086556"/>
              <a:ext cx="65314" cy="6346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B9EA405-87DB-401E-A1DE-DAA0D5D14466}"/>
                </a:ext>
              </a:extLst>
            </p:cNvPr>
            <p:cNvSpPr/>
            <p:nvPr/>
          </p:nvSpPr>
          <p:spPr>
            <a:xfrm>
              <a:off x="2715320" y="5086556"/>
              <a:ext cx="65314" cy="634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FC0688-0A3D-45D4-947B-23F96FB25AFB}"/>
              </a:ext>
            </a:extLst>
          </p:cNvPr>
          <p:cNvGrpSpPr/>
          <p:nvPr/>
        </p:nvGrpSpPr>
        <p:grpSpPr>
          <a:xfrm>
            <a:off x="5567020" y="2987093"/>
            <a:ext cx="168287" cy="63466"/>
            <a:chOff x="1461796" y="5847183"/>
            <a:chExt cx="168287" cy="6346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86AF413-1E86-4C58-A7E2-3FF216B2C14A}"/>
                </a:ext>
              </a:extLst>
            </p:cNvPr>
            <p:cNvSpPr/>
            <p:nvPr/>
          </p:nvSpPr>
          <p:spPr>
            <a:xfrm>
              <a:off x="1461796" y="5847184"/>
              <a:ext cx="65314" cy="6346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3416091-81B2-4E74-8AA9-2454E854D839}"/>
                </a:ext>
              </a:extLst>
            </p:cNvPr>
            <p:cNvSpPr/>
            <p:nvPr/>
          </p:nvSpPr>
          <p:spPr>
            <a:xfrm>
              <a:off x="1564769" y="5847183"/>
              <a:ext cx="65314" cy="63465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A1B211E8-AB07-400C-95D4-E9A97F487E9B}"/>
              </a:ext>
            </a:extLst>
          </p:cNvPr>
          <p:cNvSpPr/>
          <p:nvPr/>
        </p:nvSpPr>
        <p:spPr>
          <a:xfrm>
            <a:off x="6808803" y="2964790"/>
            <a:ext cx="65314" cy="6346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2DAACA-8037-49F6-B496-0E561B95EB5E}"/>
              </a:ext>
            </a:extLst>
          </p:cNvPr>
          <p:cNvGrpSpPr/>
          <p:nvPr/>
        </p:nvGrpSpPr>
        <p:grpSpPr>
          <a:xfrm>
            <a:off x="8960398" y="2982152"/>
            <a:ext cx="271260" cy="63466"/>
            <a:chOff x="2944320" y="5599726"/>
            <a:chExt cx="271260" cy="6346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27A7C37-8D4F-49E9-8554-FCF132BFD92D}"/>
                </a:ext>
              </a:extLst>
            </p:cNvPr>
            <p:cNvSpPr/>
            <p:nvPr/>
          </p:nvSpPr>
          <p:spPr>
            <a:xfrm>
              <a:off x="2944320" y="5599727"/>
              <a:ext cx="65314" cy="6346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31B05D4-D2BF-4F62-80F7-51A74B504E1C}"/>
                </a:ext>
              </a:extLst>
            </p:cNvPr>
            <p:cNvSpPr/>
            <p:nvPr/>
          </p:nvSpPr>
          <p:spPr>
            <a:xfrm>
              <a:off x="3047293" y="5599726"/>
              <a:ext cx="65314" cy="634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5189DF7-5555-45DC-A1A9-F5C7CDB55DE0}"/>
                </a:ext>
              </a:extLst>
            </p:cNvPr>
            <p:cNvSpPr/>
            <p:nvPr/>
          </p:nvSpPr>
          <p:spPr>
            <a:xfrm>
              <a:off x="3150266" y="5599726"/>
              <a:ext cx="65314" cy="634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C67FA3B-5DF0-4C24-BD31-C91861AD460B}"/>
              </a:ext>
            </a:extLst>
          </p:cNvPr>
          <p:cNvGrpSpPr/>
          <p:nvPr/>
        </p:nvGrpSpPr>
        <p:grpSpPr>
          <a:xfrm>
            <a:off x="7947613" y="2967110"/>
            <a:ext cx="168287" cy="63466"/>
            <a:chOff x="2825776" y="5857163"/>
            <a:chExt cx="168287" cy="63466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B0803E1-461C-4102-A005-D42107DFC20F}"/>
                </a:ext>
              </a:extLst>
            </p:cNvPr>
            <p:cNvSpPr/>
            <p:nvPr/>
          </p:nvSpPr>
          <p:spPr>
            <a:xfrm>
              <a:off x="2825776" y="5857164"/>
              <a:ext cx="65314" cy="634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FA558AF-2139-491F-BD39-812647858FDF}"/>
                </a:ext>
              </a:extLst>
            </p:cNvPr>
            <p:cNvSpPr/>
            <p:nvPr/>
          </p:nvSpPr>
          <p:spPr>
            <a:xfrm>
              <a:off x="2928749" y="5857163"/>
              <a:ext cx="65314" cy="634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4B437419-FC85-40DA-9B54-2C4B45FC8B9B}"/>
              </a:ext>
            </a:extLst>
          </p:cNvPr>
          <p:cNvSpPr/>
          <p:nvPr/>
        </p:nvSpPr>
        <p:spPr>
          <a:xfrm>
            <a:off x="10309560" y="2964789"/>
            <a:ext cx="65314" cy="6346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70BC718-8D22-4F00-AC4B-C227F8C08652}"/>
              </a:ext>
            </a:extLst>
          </p:cNvPr>
          <p:cNvSpPr/>
          <p:nvPr/>
        </p:nvSpPr>
        <p:spPr>
          <a:xfrm>
            <a:off x="3185185" y="3143586"/>
            <a:ext cx="65314" cy="6346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EFDDD14-9827-4D6F-988D-AC965586CA2F}"/>
              </a:ext>
            </a:extLst>
          </p:cNvPr>
          <p:cNvGrpSpPr/>
          <p:nvPr/>
        </p:nvGrpSpPr>
        <p:grpSpPr>
          <a:xfrm>
            <a:off x="5458957" y="1473604"/>
            <a:ext cx="974485" cy="398313"/>
            <a:chOff x="1601109" y="4796808"/>
            <a:chExt cx="974485" cy="398313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2A0061-A3E7-4A28-A551-CC1084224308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Part(s)</a:t>
              </a:r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FDB6AD97-6D95-4E06-8D3A-3D0DBF66B105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AE07099-E830-485D-8546-0C456FA2386F}"/>
              </a:ext>
            </a:extLst>
          </p:cNvPr>
          <p:cNvGrpSpPr/>
          <p:nvPr/>
        </p:nvGrpSpPr>
        <p:grpSpPr>
          <a:xfrm>
            <a:off x="1235038" y="2187024"/>
            <a:ext cx="974485" cy="376772"/>
            <a:chOff x="809945" y="4047773"/>
            <a:chExt cx="974485" cy="37677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FFEC9EC-0FE7-4EF6-B46B-A27171EE0E46}"/>
                </a:ext>
              </a:extLst>
            </p:cNvPr>
            <p:cNvSpPr txBox="1"/>
            <p:nvPr/>
          </p:nvSpPr>
          <p:spPr>
            <a:xfrm>
              <a:off x="809945" y="4178324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/>
                <a:t>Batch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A1CE705A-C0AB-410F-8980-854F937E554C}"/>
                </a:ext>
              </a:extLst>
            </p:cNvPr>
            <p:cNvGrpSpPr/>
            <p:nvPr/>
          </p:nvGrpSpPr>
          <p:grpSpPr>
            <a:xfrm>
              <a:off x="1161558" y="4047773"/>
              <a:ext cx="243729" cy="185935"/>
              <a:chOff x="1100825" y="4010035"/>
              <a:chExt cx="243729" cy="185935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1883A9CD-786B-440F-9C85-756E993B9038}"/>
                  </a:ext>
                </a:extLst>
              </p:cNvPr>
              <p:cNvSpPr/>
              <p:nvPr/>
            </p:nvSpPr>
            <p:spPr>
              <a:xfrm>
                <a:off x="1100825" y="4010035"/>
                <a:ext cx="70316" cy="11287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D0C3DA79-E9A3-41BF-9D9B-184436525D29}"/>
                  </a:ext>
                </a:extLst>
              </p:cNvPr>
              <p:cNvSpPr/>
              <p:nvPr/>
            </p:nvSpPr>
            <p:spPr>
              <a:xfrm>
                <a:off x="1208924" y="4010035"/>
                <a:ext cx="70316" cy="11287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27FC7650-A19C-405F-96F7-739A5D9B2C83}"/>
                  </a:ext>
                </a:extLst>
              </p:cNvPr>
              <p:cNvSpPr/>
              <p:nvPr/>
            </p:nvSpPr>
            <p:spPr>
              <a:xfrm>
                <a:off x="1166139" y="4049856"/>
                <a:ext cx="70316" cy="11287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A018F288-7107-4B29-98D9-3BF0A6823EDE}"/>
                  </a:ext>
                </a:extLst>
              </p:cNvPr>
              <p:cNvSpPr/>
              <p:nvPr/>
            </p:nvSpPr>
            <p:spPr>
              <a:xfrm>
                <a:off x="1274238" y="4049856"/>
                <a:ext cx="70316" cy="11287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3CD3C0EE-C296-441D-90E6-32808B79F7DF}"/>
                  </a:ext>
                </a:extLst>
              </p:cNvPr>
              <p:cNvSpPr/>
              <p:nvPr/>
            </p:nvSpPr>
            <p:spPr>
              <a:xfrm>
                <a:off x="1120270" y="4083092"/>
                <a:ext cx="70316" cy="11287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4D26CBA9-C04A-4DAB-82CE-4BD828180370}"/>
                  </a:ext>
                </a:extLst>
              </p:cNvPr>
              <p:cNvSpPr/>
              <p:nvPr/>
            </p:nvSpPr>
            <p:spPr>
              <a:xfrm>
                <a:off x="1228369" y="4083092"/>
                <a:ext cx="70316" cy="11287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7BA0109-4A09-47F6-8D20-38195F8711ED}"/>
              </a:ext>
            </a:extLst>
          </p:cNvPr>
          <p:cNvGrpSpPr/>
          <p:nvPr/>
        </p:nvGrpSpPr>
        <p:grpSpPr>
          <a:xfrm>
            <a:off x="4179363" y="2796786"/>
            <a:ext cx="974485" cy="398313"/>
            <a:chOff x="1601109" y="4796808"/>
            <a:chExt cx="974485" cy="398313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3331500-E02D-4243-A44B-EF51EE9F40E2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</a:t>
              </a:r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4E392734-E130-4F4A-8529-7AAFCDAD66B1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623FC42-6D56-4EE7-A500-0E943AC2CDB0}"/>
              </a:ext>
            </a:extLst>
          </p:cNvPr>
          <p:cNvGrpSpPr/>
          <p:nvPr/>
        </p:nvGrpSpPr>
        <p:grpSpPr>
          <a:xfrm>
            <a:off x="4179364" y="3524885"/>
            <a:ext cx="974485" cy="398313"/>
            <a:chOff x="1601109" y="4796808"/>
            <a:chExt cx="974485" cy="398313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DF3225C-C43A-4AB6-A52E-490EA5B0A995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</a:t>
              </a:r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9D4C435E-69C6-4AF9-B846-7B33E2157276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603DC9C-5538-43D9-8745-EFA4B2D949D9}"/>
              </a:ext>
            </a:extLst>
          </p:cNvPr>
          <p:cNvGrpSpPr/>
          <p:nvPr/>
        </p:nvGrpSpPr>
        <p:grpSpPr>
          <a:xfrm>
            <a:off x="4179363" y="4256091"/>
            <a:ext cx="974485" cy="398313"/>
            <a:chOff x="1601109" y="4796808"/>
            <a:chExt cx="974485" cy="39831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0BA9A9B-FA75-4EEA-971D-2722B2DBE065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</a:t>
              </a:r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63A1654B-27CC-49FA-BFF6-AB3394ABC385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98896D1-2F75-4545-8F71-98672114AB41}"/>
              </a:ext>
            </a:extLst>
          </p:cNvPr>
          <p:cNvGrpSpPr/>
          <p:nvPr/>
        </p:nvGrpSpPr>
        <p:grpSpPr>
          <a:xfrm>
            <a:off x="6629817" y="1473604"/>
            <a:ext cx="974485" cy="398313"/>
            <a:chOff x="1601109" y="4796808"/>
            <a:chExt cx="974485" cy="398313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808A400-8471-4F81-9AB1-F94CCA883968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Part(s)</a:t>
              </a:r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42BF0D9B-47B2-48E2-916D-6B9948A0035B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D74D4B3-A63F-47DF-AED4-90A02715349E}"/>
              </a:ext>
            </a:extLst>
          </p:cNvPr>
          <p:cNvGrpSpPr/>
          <p:nvPr/>
        </p:nvGrpSpPr>
        <p:grpSpPr>
          <a:xfrm>
            <a:off x="3055426" y="1663094"/>
            <a:ext cx="974485" cy="376772"/>
            <a:chOff x="809945" y="4047773"/>
            <a:chExt cx="974485" cy="376772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44C8F7B-C8FB-4E4D-9042-E5211134D281}"/>
                </a:ext>
              </a:extLst>
            </p:cNvPr>
            <p:cNvSpPr txBox="1"/>
            <p:nvPr/>
          </p:nvSpPr>
          <p:spPr>
            <a:xfrm>
              <a:off x="809945" y="4178324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/>
                <a:t>Batch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E7ECC75-24D7-471D-84A4-F5B6D641E942}"/>
                </a:ext>
              </a:extLst>
            </p:cNvPr>
            <p:cNvGrpSpPr/>
            <p:nvPr/>
          </p:nvGrpSpPr>
          <p:grpSpPr>
            <a:xfrm>
              <a:off x="1151393" y="4047773"/>
              <a:ext cx="253894" cy="202253"/>
              <a:chOff x="1090660" y="4010035"/>
              <a:chExt cx="253894" cy="202253"/>
            </a:xfrm>
          </p:grpSpPr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FBDEBC7D-ABB0-4C0C-A7BB-25FADD0B24AC}"/>
                  </a:ext>
                </a:extLst>
              </p:cNvPr>
              <p:cNvSpPr/>
              <p:nvPr/>
            </p:nvSpPr>
            <p:spPr>
              <a:xfrm>
                <a:off x="1090660" y="4010035"/>
                <a:ext cx="80481" cy="12919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F919EF11-9F0D-4552-8FDA-E95C1F73862E}"/>
                  </a:ext>
                </a:extLst>
              </p:cNvPr>
              <p:cNvSpPr/>
              <p:nvPr/>
            </p:nvSpPr>
            <p:spPr>
              <a:xfrm>
                <a:off x="1198759" y="4010035"/>
                <a:ext cx="80481" cy="12919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876BCD13-7A00-42B8-99F4-92D82055ED7B}"/>
                  </a:ext>
                </a:extLst>
              </p:cNvPr>
              <p:cNvSpPr/>
              <p:nvPr/>
            </p:nvSpPr>
            <p:spPr>
              <a:xfrm>
                <a:off x="1166139" y="4049856"/>
                <a:ext cx="70316" cy="112878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A97B4994-3697-4C68-A76A-DFF8AB60459C}"/>
                  </a:ext>
                </a:extLst>
              </p:cNvPr>
              <p:cNvSpPr/>
              <p:nvPr/>
            </p:nvSpPr>
            <p:spPr>
              <a:xfrm>
                <a:off x="1264073" y="4049856"/>
                <a:ext cx="80481" cy="12919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C556FCE6-21F7-4352-A3D8-FA377BE5B549}"/>
                  </a:ext>
                </a:extLst>
              </p:cNvPr>
              <p:cNvSpPr/>
              <p:nvPr/>
            </p:nvSpPr>
            <p:spPr>
              <a:xfrm>
                <a:off x="1110105" y="4083092"/>
                <a:ext cx="80481" cy="12919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B2865FDD-D7E7-4570-94AF-6A3B9B3EF1F5}"/>
                  </a:ext>
                </a:extLst>
              </p:cNvPr>
              <p:cNvSpPr/>
              <p:nvPr/>
            </p:nvSpPr>
            <p:spPr>
              <a:xfrm>
                <a:off x="1218204" y="4083092"/>
                <a:ext cx="80481" cy="12919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237CC60-7628-43C5-9BEE-D0355D4AB7D2}"/>
              </a:ext>
            </a:extLst>
          </p:cNvPr>
          <p:cNvGrpSpPr/>
          <p:nvPr/>
        </p:nvGrpSpPr>
        <p:grpSpPr>
          <a:xfrm>
            <a:off x="3028354" y="2970695"/>
            <a:ext cx="974485" cy="376773"/>
            <a:chOff x="809945" y="4047772"/>
            <a:chExt cx="974485" cy="376773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439D231-E167-418D-BC94-420AB204BADC}"/>
                </a:ext>
              </a:extLst>
            </p:cNvPr>
            <p:cNvSpPr txBox="1"/>
            <p:nvPr/>
          </p:nvSpPr>
          <p:spPr>
            <a:xfrm>
              <a:off x="809945" y="4178324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/>
                <a:t>Batch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E65CA7E9-1EE9-4307-A317-2B7C341269EF}"/>
                </a:ext>
              </a:extLst>
            </p:cNvPr>
            <p:cNvGrpSpPr/>
            <p:nvPr/>
          </p:nvGrpSpPr>
          <p:grpSpPr>
            <a:xfrm>
              <a:off x="1161557" y="4047772"/>
              <a:ext cx="243730" cy="188412"/>
              <a:chOff x="1100824" y="4010034"/>
              <a:chExt cx="243730" cy="188412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3EA13EF-BBC1-4901-8647-CF82DB1E095E}"/>
                  </a:ext>
                </a:extLst>
              </p:cNvPr>
              <p:cNvSpPr/>
              <p:nvPr/>
            </p:nvSpPr>
            <p:spPr>
              <a:xfrm>
                <a:off x="1100824" y="4010034"/>
                <a:ext cx="71859" cy="11535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FFBE1F4E-BAE7-4AB9-A2AD-FA24B813C768}"/>
                  </a:ext>
                </a:extLst>
              </p:cNvPr>
              <p:cNvSpPr/>
              <p:nvPr/>
            </p:nvSpPr>
            <p:spPr>
              <a:xfrm>
                <a:off x="1208924" y="4010035"/>
                <a:ext cx="70316" cy="112878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5DBAF378-04DF-4E48-8723-A3B0CF69EE89}"/>
                  </a:ext>
                </a:extLst>
              </p:cNvPr>
              <p:cNvSpPr/>
              <p:nvPr/>
            </p:nvSpPr>
            <p:spPr>
              <a:xfrm>
                <a:off x="1166138" y="4049855"/>
                <a:ext cx="71859" cy="11535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C4CF20BF-1FBE-4CD7-9149-69DCB72AF2A1}"/>
                  </a:ext>
                </a:extLst>
              </p:cNvPr>
              <p:cNvSpPr/>
              <p:nvPr/>
            </p:nvSpPr>
            <p:spPr>
              <a:xfrm>
                <a:off x="1274238" y="4049856"/>
                <a:ext cx="70316" cy="112878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46271DB2-DC63-4BDE-8583-7A736259AE75}"/>
                  </a:ext>
                </a:extLst>
              </p:cNvPr>
              <p:cNvSpPr/>
              <p:nvPr/>
            </p:nvSpPr>
            <p:spPr>
              <a:xfrm>
                <a:off x="1120269" y="4083091"/>
                <a:ext cx="71859" cy="11535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: Rounded Corners 119">
                <a:extLst>
                  <a:ext uri="{FF2B5EF4-FFF2-40B4-BE49-F238E27FC236}">
                    <a16:creationId xmlns:a16="http://schemas.microsoft.com/office/drawing/2014/main" id="{6E5C7859-79A4-4BA5-A147-0852C445EFFD}"/>
                  </a:ext>
                </a:extLst>
              </p:cNvPr>
              <p:cNvSpPr/>
              <p:nvPr/>
            </p:nvSpPr>
            <p:spPr>
              <a:xfrm>
                <a:off x="1228369" y="4083092"/>
                <a:ext cx="70316" cy="112878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91EF0EF-7DCF-4EDB-ACEB-90C1CA8E9493}"/>
              </a:ext>
            </a:extLst>
          </p:cNvPr>
          <p:cNvGrpSpPr/>
          <p:nvPr/>
        </p:nvGrpSpPr>
        <p:grpSpPr>
          <a:xfrm>
            <a:off x="5458957" y="2773624"/>
            <a:ext cx="974485" cy="398313"/>
            <a:chOff x="1601109" y="4796808"/>
            <a:chExt cx="974485" cy="398313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14A9D3F-4ED0-4DCB-A888-86E11780A574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Part(s)</a:t>
              </a:r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3AF7CFA9-1CB7-4288-B566-3D31FC5930DD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3239ACF-D226-4A10-9BB3-1A48913F09DE}"/>
              </a:ext>
            </a:extLst>
          </p:cNvPr>
          <p:cNvGrpSpPr/>
          <p:nvPr/>
        </p:nvGrpSpPr>
        <p:grpSpPr>
          <a:xfrm>
            <a:off x="6623496" y="2773624"/>
            <a:ext cx="974485" cy="398313"/>
            <a:chOff x="1601109" y="4796808"/>
            <a:chExt cx="974485" cy="398313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61EB53A-2FF7-4CF6-8290-4D9C37D1756C}"/>
                </a:ext>
              </a:extLst>
            </p:cNvPr>
            <p:cNvSpPr txBox="1"/>
            <p:nvPr/>
          </p:nvSpPr>
          <p:spPr>
            <a:xfrm>
              <a:off x="1601109" y="4948900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Part(s)</a:t>
              </a:r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F91BB021-4A13-41D2-9D9F-DA582C6C8392}"/>
                </a:ext>
              </a:extLst>
            </p:cNvPr>
            <p:cNvSpPr/>
            <p:nvPr/>
          </p:nvSpPr>
          <p:spPr>
            <a:xfrm>
              <a:off x="1988820" y="4796808"/>
              <a:ext cx="222745" cy="184750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Oval 129">
            <a:extLst>
              <a:ext uri="{FF2B5EF4-FFF2-40B4-BE49-F238E27FC236}">
                <a16:creationId xmlns:a16="http://schemas.microsoft.com/office/drawing/2014/main" id="{3171DE74-91C8-4FC1-A3CA-DE97F6910FE4}"/>
              </a:ext>
            </a:extLst>
          </p:cNvPr>
          <p:cNvSpPr/>
          <p:nvPr/>
        </p:nvSpPr>
        <p:spPr>
          <a:xfrm>
            <a:off x="3187800" y="1892329"/>
            <a:ext cx="65314" cy="6346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7E11453-6A7A-48A5-A52D-390E95FFAB5F}"/>
              </a:ext>
            </a:extLst>
          </p:cNvPr>
          <p:cNvGrpSpPr/>
          <p:nvPr/>
        </p:nvGrpSpPr>
        <p:grpSpPr>
          <a:xfrm>
            <a:off x="2375001" y="3786603"/>
            <a:ext cx="974485" cy="455663"/>
            <a:chOff x="1417621" y="5016705"/>
            <a:chExt cx="974485" cy="455663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229ABB2-4270-4C6C-BE29-49631ECC5835}"/>
                </a:ext>
              </a:extLst>
            </p:cNvPr>
            <p:cNvSpPr txBox="1"/>
            <p:nvPr/>
          </p:nvSpPr>
          <p:spPr>
            <a:xfrm>
              <a:off x="1417621" y="5226147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Design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B60323C-CE7C-4855-8D8D-A2469601C027}"/>
                </a:ext>
              </a:extLst>
            </p:cNvPr>
            <p:cNvSpPr txBox="1"/>
            <p:nvPr/>
          </p:nvSpPr>
          <p:spPr>
            <a:xfrm>
              <a:off x="1678454" y="5016705"/>
              <a:ext cx="4128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E587684-4CCD-4C72-8F34-680E6B45AEAE}"/>
              </a:ext>
            </a:extLst>
          </p:cNvPr>
          <p:cNvGrpSpPr/>
          <p:nvPr/>
        </p:nvGrpSpPr>
        <p:grpSpPr>
          <a:xfrm>
            <a:off x="7835664" y="2634097"/>
            <a:ext cx="974485" cy="455663"/>
            <a:chOff x="1417621" y="5016705"/>
            <a:chExt cx="974485" cy="455663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0EA9979-3CE7-426F-95B4-2884EFF03DCF}"/>
                </a:ext>
              </a:extLst>
            </p:cNvPr>
            <p:cNvSpPr txBox="1"/>
            <p:nvPr/>
          </p:nvSpPr>
          <p:spPr>
            <a:xfrm>
              <a:off x="1417621" y="5226147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err="1">
                  <a:latin typeface="+mj-lt"/>
                  <a:ea typeface="Roboto" panose="02000000000000000000" pitchFamily="2" charset="0"/>
                </a:rPr>
                <a:t>Mmt</a:t>
              </a:r>
              <a:r>
                <a:rPr lang="en-US" sz="1000" b="1">
                  <a:latin typeface="+mj-lt"/>
                  <a:ea typeface="Roboto" panose="02000000000000000000" pitchFamily="2" charset="0"/>
                </a:rPr>
                <a:t>(s)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3971BC0-45C0-44B4-803E-AFF0B82ABF66}"/>
                </a:ext>
              </a:extLst>
            </p:cNvPr>
            <p:cNvSpPr txBox="1"/>
            <p:nvPr/>
          </p:nvSpPr>
          <p:spPr>
            <a:xfrm>
              <a:off x="1678454" y="5016705"/>
              <a:ext cx="4128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C412CD5-0E6B-4E2B-8724-4EB6050E21FA}"/>
              </a:ext>
            </a:extLst>
          </p:cNvPr>
          <p:cNvGrpSpPr/>
          <p:nvPr/>
        </p:nvGrpSpPr>
        <p:grpSpPr>
          <a:xfrm>
            <a:off x="8970825" y="2629574"/>
            <a:ext cx="974485" cy="455663"/>
            <a:chOff x="1417621" y="5016705"/>
            <a:chExt cx="974485" cy="455663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C27707D-193E-46C8-BE76-78AB822969D3}"/>
                </a:ext>
              </a:extLst>
            </p:cNvPr>
            <p:cNvSpPr txBox="1"/>
            <p:nvPr/>
          </p:nvSpPr>
          <p:spPr>
            <a:xfrm>
              <a:off x="1417621" y="5226147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err="1">
                  <a:latin typeface="+mj-lt"/>
                  <a:ea typeface="Roboto" panose="02000000000000000000" pitchFamily="2" charset="0"/>
                </a:rPr>
                <a:t>Mmt</a:t>
              </a:r>
              <a:r>
                <a:rPr lang="en-US" sz="1000" b="1">
                  <a:latin typeface="+mj-lt"/>
                  <a:ea typeface="Roboto" panose="02000000000000000000" pitchFamily="2" charset="0"/>
                </a:rPr>
                <a:t>(s)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5B851C7-7622-487C-A2F9-A8804CDC7440}"/>
                </a:ext>
              </a:extLst>
            </p:cNvPr>
            <p:cNvSpPr txBox="1"/>
            <p:nvPr/>
          </p:nvSpPr>
          <p:spPr>
            <a:xfrm>
              <a:off x="1678454" y="5016705"/>
              <a:ext cx="4128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AD2BAC4-C1FA-4053-8055-73DA0AC86543}"/>
              </a:ext>
            </a:extLst>
          </p:cNvPr>
          <p:cNvGrpSpPr/>
          <p:nvPr/>
        </p:nvGrpSpPr>
        <p:grpSpPr>
          <a:xfrm>
            <a:off x="3379966" y="664434"/>
            <a:ext cx="974485" cy="455663"/>
            <a:chOff x="1417621" y="5016705"/>
            <a:chExt cx="974485" cy="455663"/>
          </a:xfrm>
        </p:grpSpPr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ACC7CAD-3805-4624-B936-ACC1E39EE343}"/>
                </a:ext>
              </a:extLst>
            </p:cNvPr>
            <p:cNvSpPr txBox="1"/>
            <p:nvPr/>
          </p:nvSpPr>
          <p:spPr>
            <a:xfrm>
              <a:off x="1417621" y="5226147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latin typeface="+mj-lt"/>
                  <a:ea typeface="Roboto" panose="02000000000000000000" pitchFamily="2" charset="0"/>
                </a:rPr>
                <a:t>Design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839F403-0024-4CA5-A8C3-DAECFA486C4F}"/>
                </a:ext>
              </a:extLst>
            </p:cNvPr>
            <p:cNvSpPr txBox="1"/>
            <p:nvPr/>
          </p:nvSpPr>
          <p:spPr>
            <a:xfrm>
              <a:off x="1678454" y="5016705"/>
              <a:ext cx="4128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3390930-F2F2-4A43-B7B5-7B9A33B9155F}"/>
              </a:ext>
            </a:extLst>
          </p:cNvPr>
          <p:cNvCxnSpPr>
            <a:stCxn id="148" idx="2"/>
          </p:cNvCxnSpPr>
          <p:nvPr/>
        </p:nvCxnSpPr>
        <p:spPr>
          <a:xfrm>
            <a:off x="3867209" y="1120097"/>
            <a:ext cx="1038029" cy="379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5490646-1AA5-4FD0-9DBB-6AC88593AA9A}"/>
              </a:ext>
            </a:extLst>
          </p:cNvPr>
          <p:cNvCxnSpPr>
            <a:cxnSpLocks/>
          </p:cNvCxnSpPr>
          <p:nvPr/>
        </p:nvCxnSpPr>
        <p:spPr>
          <a:xfrm>
            <a:off x="3867208" y="1119203"/>
            <a:ext cx="1044856" cy="780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8BF68A03-81DB-46A4-9A73-568787CDFB29}"/>
              </a:ext>
            </a:extLst>
          </p:cNvPr>
          <p:cNvCxnSpPr>
            <a:cxnSpLocks/>
          </p:cNvCxnSpPr>
          <p:nvPr/>
        </p:nvCxnSpPr>
        <p:spPr>
          <a:xfrm flipV="1">
            <a:off x="3094994" y="3693052"/>
            <a:ext cx="518804" cy="302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7D56475-6F7A-464C-B2AF-7AC1FA4DA30F}"/>
              </a:ext>
            </a:extLst>
          </p:cNvPr>
          <p:cNvGrpSpPr/>
          <p:nvPr/>
        </p:nvGrpSpPr>
        <p:grpSpPr>
          <a:xfrm>
            <a:off x="10973416" y="3249421"/>
            <a:ext cx="1037098" cy="771263"/>
            <a:chOff x="1593748" y="5016705"/>
            <a:chExt cx="557011" cy="344435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9F1BC85B-2459-4D9B-A039-999F291AF969}"/>
                </a:ext>
              </a:extLst>
            </p:cNvPr>
            <p:cNvSpPr txBox="1"/>
            <p:nvPr/>
          </p:nvSpPr>
          <p:spPr>
            <a:xfrm>
              <a:off x="1593748" y="5251181"/>
              <a:ext cx="523382" cy="109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err="1">
                  <a:latin typeface="+mj-lt"/>
                  <a:ea typeface="Roboto" panose="02000000000000000000" pitchFamily="2" charset="0"/>
                </a:rPr>
                <a:t>Mmt</a:t>
              </a:r>
              <a:r>
                <a:rPr lang="en-US" sz="1000" b="1">
                  <a:latin typeface="+mj-lt"/>
                  <a:ea typeface="Roboto" panose="02000000000000000000" pitchFamily="2" charset="0"/>
                </a:rPr>
                <a:t>(s)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97873CAE-1B59-421C-99D7-20FBDF711E55}"/>
                </a:ext>
              </a:extLst>
            </p:cNvPr>
            <p:cNvSpPr txBox="1"/>
            <p:nvPr/>
          </p:nvSpPr>
          <p:spPr>
            <a:xfrm>
              <a:off x="1678454" y="5016705"/>
              <a:ext cx="472305" cy="288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08A73AC-44E7-4E12-A39F-D7A3EB220628}"/>
              </a:ext>
            </a:extLst>
          </p:cNvPr>
          <p:cNvGrpSpPr/>
          <p:nvPr/>
        </p:nvGrpSpPr>
        <p:grpSpPr>
          <a:xfrm>
            <a:off x="10977860" y="1415117"/>
            <a:ext cx="1037098" cy="771263"/>
            <a:chOff x="1593748" y="5016705"/>
            <a:chExt cx="557011" cy="344435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84C96FF-6313-4B56-9E08-8BE3EC8B45C4}"/>
                </a:ext>
              </a:extLst>
            </p:cNvPr>
            <p:cNvSpPr txBox="1"/>
            <p:nvPr/>
          </p:nvSpPr>
          <p:spPr>
            <a:xfrm>
              <a:off x="1593748" y="5251181"/>
              <a:ext cx="523382" cy="109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err="1">
                  <a:latin typeface="+mj-lt"/>
                  <a:ea typeface="Roboto" panose="02000000000000000000" pitchFamily="2" charset="0"/>
                </a:rPr>
                <a:t>Mmt</a:t>
              </a:r>
              <a:r>
                <a:rPr lang="en-US" sz="1000" b="1">
                  <a:latin typeface="+mj-lt"/>
                  <a:ea typeface="Roboto" panose="02000000000000000000" pitchFamily="2" charset="0"/>
                </a:rPr>
                <a:t>(s)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874F44B-83A1-468E-B7DE-C897EB463021}"/>
                </a:ext>
              </a:extLst>
            </p:cNvPr>
            <p:cNvSpPr txBox="1"/>
            <p:nvPr/>
          </p:nvSpPr>
          <p:spPr>
            <a:xfrm>
              <a:off x="1678454" y="5016705"/>
              <a:ext cx="472305" cy="288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sp>
        <p:nvSpPr>
          <p:cNvPr id="197" name="Oval 196">
            <a:extLst>
              <a:ext uri="{FF2B5EF4-FFF2-40B4-BE49-F238E27FC236}">
                <a16:creationId xmlns:a16="http://schemas.microsoft.com/office/drawing/2014/main" id="{7B6C9E37-2A2C-4BF9-B607-3A2103D2EC81}"/>
              </a:ext>
            </a:extLst>
          </p:cNvPr>
          <p:cNvSpPr/>
          <p:nvPr/>
        </p:nvSpPr>
        <p:spPr>
          <a:xfrm>
            <a:off x="6819166" y="1695889"/>
            <a:ext cx="65314" cy="6346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9DC5EB3-7308-45C2-AE23-7EE664D429D1}"/>
              </a:ext>
            </a:extLst>
          </p:cNvPr>
          <p:cNvGrpSpPr/>
          <p:nvPr/>
        </p:nvGrpSpPr>
        <p:grpSpPr>
          <a:xfrm>
            <a:off x="7913421" y="1671182"/>
            <a:ext cx="168287" cy="63466"/>
            <a:chOff x="2825776" y="5857163"/>
            <a:chExt cx="168287" cy="63466"/>
          </a:xfrm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1C4B50D-9A97-4B07-9B33-9BC669F89851}"/>
                </a:ext>
              </a:extLst>
            </p:cNvPr>
            <p:cNvSpPr/>
            <p:nvPr/>
          </p:nvSpPr>
          <p:spPr>
            <a:xfrm>
              <a:off x="2825776" y="5857164"/>
              <a:ext cx="65314" cy="634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66342504-2B5E-42EF-AE8D-6D48D751F6ED}"/>
                </a:ext>
              </a:extLst>
            </p:cNvPr>
            <p:cNvSpPr/>
            <p:nvPr/>
          </p:nvSpPr>
          <p:spPr>
            <a:xfrm>
              <a:off x="2928749" y="5857163"/>
              <a:ext cx="65314" cy="634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AE1C631-A87E-4353-B04B-B1651DE89836}"/>
              </a:ext>
            </a:extLst>
          </p:cNvPr>
          <p:cNvGrpSpPr/>
          <p:nvPr/>
        </p:nvGrpSpPr>
        <p:grpSpPr>
          <a:xfrm>
            <a:off x="7845091" y="1322520"/>
            <a:ext cx="974485" cy="455663"/>
            <a:chOff x="1417621" y="5016705"/>
            <a:chExt cx="974485" cy="455663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AA74EB1-1BEA-4279-A298-FADCF224D529}"/>
                </a:ext>
              </a:extLst>
            </p:cNvPr>
            <p:cNvSpPr txBox="1"/>
            <p:nvPr/>
          </p:nvSpPr>
          <p:spPr>
            <a:xfrm>
              <a:off x="1417621" y="5226147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err="1">
                  <a:latin typeface="+mj-lt"/>
                  <a:ea typeface="Roboto" panose="02000000000000000000" pitchFamily="2" charset="0"/>
                </a:rPr>
                <a:t>Mmt</a:t>
              </a:r>
              <a:r>
                <a:rPr lang="en-US" sz="1000" b="1">
                  <a:latin typeface="+mj-lt"/>
                  <a:ea typeface="Roboto" panose="02000000000000000000" pitchFamily="2" charset="0"/>
                </a:rPr>
                <a:t>(s)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F060BBD-08A9-4996-8E69-5C79D897B280}"/>
                </a:ext>
              </a:extLst>
            </p:cNvPr>
            <p:cNvSpPr txBox="1"/>
            <p:nvPr/>
          </p:nvSpPr>
          <p:spPr>
            <a:xfrm>
              <a:off x="1678454" y="5016705"/>
              <a:ext cx="4128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3E4F6AC-BE53-4266-9AE3-7846AB787C7F}"/>
              </a:ext>
            </a:extLst>
          </p:cNvPr>
          <p:cNvGrpSpPr/>
          <p:nvPr/>
        </p:nvGrpSpPr>
        <p:grpSpPr>
          <a:xfrm>
            <a:off x="8970825" y="1330446"/>
            <a:ext cx="974485" cy="455663"/>
            <a:chOff x="1417621" y="5016705"/>
            <a:chExt cx="974485" cy="455663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D400B82-2ED3-447A-B709-8B3639B860AE}"/>
                </a:ext>
              </a:extLst>
            </p:cNvPr>
            <p:cNvSpPr txBox="1"/>
            <p:nvPr/>
          </p:nvSpPr>
          <p:spPr>
            <a:xfrm>
              <a:off x="1417621" y="5226147"/>
              <a:ext cx="974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err="1">
                  <a:latin typeface="+mj-lt"/>
                  <a:ea typeface="Roboto" panose="02000000000000000000" pitchFamily="2" charset="0"/>
                </a:rPr>
                <a:t>Mmt</a:t>
              </a:r>
              <a:r>
                <a:rPr lang="en-US" sz="1000" b="1">
                  <a:latin typeface="+mj-lt"/>
                  <a:ea typeface="Roboto" panose="02000000000000000000" pitchFamily="2" charset="0"/>
                </a:rPr>
                <a:t>(s)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6BEA2D8A-A61F-478F-B9D8-D46466A48B80}"/>
                </a:ext>
              </a:extLst>
            </p:cNvPr>
            <p:cNvSpPr txBox="1"/>
            <p:nvPr/>
          </p:nvSpPr>
          <p:spPr>
            <a:xfrm>
              <a:off x="1678454" y="5016705"/>
              <a:ext cx="4128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0101</a:t>
              </a:r>
              <a:b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700" b="1">
                  <a:latin typeface="Courier New" panose="02070309020205020404" pitchFamily="49" charset="0"/>
                  <a:cs typeface="Courier New" panose="02070309020205020404" pitchFamily="49" charset="0"/>
                </a:rPr>
                <a:t>0110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1E5AE30-3390-457B-AE12-A6CCAF2EBF61}"/>
              </a:ext>
            </a:extLst>
          </p:cNvPr>
          <p:cNvGrpSpPr/>
          <p:nvPr/>
        </p:nvGrpSpPr>
        <p:grpSpPr>
          <a:xfrm>
            <a:off x="5534363" y="1678007"/>
            <a:ext cx="168287" cy="63465"/>
            <a:chOff x="2509374" y="5086556"/>
            <a:chExt cx="168287" cy="63465"/>
          </a:xfrm>
        </p:grpSpPr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4CDCDB7C-620F-430F-A241-3223BC8B91E4}"/>
                </a:ext>
              </a:extLst>
            </p:cNvPr>
            <p:cNvSpPr/>
            <p:nvPr/>
          </p:nvSpPr>
          <p:spPr>
            <a:xfrm>
              <a:off x="2509374" y="5086556"/>
              <a:ext cx="65314" cy="6346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28D6E9CC-7111-4FD5-87BC-716F4B47F255}"/>
                </a:ext>
              </a:extLst>
            </p:cNvPr>
            <p:cNvSpPr/>
            <p:nvPr/>
          </p:nvSpPr>
          <p:spPr>
            <a:xfrm>
              <a:off x="2612347" y="5086556"/>
              <a:ext cx="65314" cy="6346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EB53772-DAB6-4D8C-B250-17992E4AF8A3}"/>
              </a:ext>
            </a:extLst>
          </p:cNvPr>
          <p:cNvGrpSpPr/>
          <p:nvPr/>
        </p:nvGrpSpPr>
        <p:grpSpPr>
          <a:xfrm>
            <a:off x="1274501" y="5007538"/>
            <a:ext cx="8921611" cy="1385918"/>
            <a:chOff x="397926" y="5042463"/>
            <a:chExt cx="8921611" cy="1385918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8160C87-E7F5-4A27-8F2F-133C8C93863C}"/>
                </a:ext>
              </a:extLst>
            </p:cNvPr>
            <p:cNvGrpSpPr/>
            <p:nvPr/>
          </p:nvGrpSpPr>
          <p:grpSpPr>
            <a:xfrm>
              <a:off x="950778" y="6051609"/>
              <a:ext cx="974485" cy="376772"/>
              <a:chOff x="809945" y="4047773"/>
              <a:chExt cx="974485" cy="376772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60ED5AE1-77EF-4A0A-9A0C-C1AA5240918E}"/>
                  </a:ext>
                </a:extLst>
              </p:cNvPr>
              <p:cNvSpPr txBox="1"/>
              <p:nvPr/>
            </p:nvSpPr>
            <p:spPr>
              <a:xfrm>
                <a:off x="809945" y="4178324"/>
                <a:ext cx="9744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/>
                  <a:t>Batch</a:t>
                </a:r>
              </a:p>
            </p:txBody>
          </p: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B7F71E40-BE81-42A5-917F-588DE62A363D}"/>
                  </a:ext>
                </a:extLst>
              </p:cNvPr>
              <p:cNvGrpSpPr/>
              <p:nvPr/>
            </p:nvGrpSpPr>
            <p:grpSpPr>
              <a:xfrm>
                <a:off x="1161558" y="4047773"/>
                <a:ext cx="243729" cy="185935"/>
                <a:chOff x="1100825" y="4010035"/>
                <a:chExt cx="243729" cy="185935"/>
              </a:xfrm>
            </p:grpSpPr>
            <p:sp>
              <p:nvSpPr>
                <p:cNvPr id="216" name="Rectangle: Rounded Corners 215">
                  <a:extLst>
                    <a:ext uri="{FF2B5EF4-FFF2-40B4-BE49-F238E27FC236}">
                      <a16:creationId xmlns:a16="http://schemas.microsoft.com/office/drawing/2014/main" id="{CA1484AC-B242-47CE-A601-3BA16C0FA1CC}"/>
                    </a:ext>
                  </a:extLst>
                </p:cNvPr>
                <p:cNvSpPr/>
                <p:nvPr/>
              </p:nvSpPr>
              <p:spPr>
                <a:xfrm>
                  <a:off x="1100825" y="4010035"/>
                  <a:ext cx="70316" cy="11287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Rectangle: Rounded Corners 216">
                  <a:extLst>
                    <a:ext uri="{FF2B5EF4-FFF2-40B4-BE49-F238E27FC236}">
                      <a16:creationId xmlns:a16="http://schemas.microsoft.com/office/drawing/2014/main" id="{04734AC9-715D-4C52-A305-46FD5978DD5B}"/>
                    </a:ext>
                  </a:extLst>
                </p:cNvPr>
                <p:cNvSpPr/>
                <p:nvPr/>
              </p:nvSpPr>
              <p:spPr>
                <a:xfrm>
                  <a:off x="1208924" y="4010035"/>
                  <a:ext cx="70316" cy="11287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Rectangle: Rounded Corners 217">
                  <a:extLst>
                    <a:ext uri="{FF2B5EF4-FFF2-40B4-BE49-F238E27FC236}">
                      <a16:creationId xmlns:a16="http://schemas.microsoft.com/office/drawing/2014/main" id="{A3CBDCDF-B010-4757-B834-211FA005FDF2}"/>
                    </a:ext>
                  </a:extLst>
                </p:cNvPr>
                <p:cNvSpPr/>
                <p:nvPr/>
              </p:nvSpPr>
              <p:spPr>
                <a:xfrm>
                  <a:off x="1166139" y="4049856"/>
                  <a:ext cx="70316" cy="11287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Rectangle: Rounded Corners 218">
                  <a:extLst>
                    <a:ext uri="{FF2B5EF4-FFF2-40B4-BE49-F238E27FC236}">
                      <a16:creationId xmlns:a16="http://schemas.microsoft.com/office/drawing/2014/main" id="{94EC5970-8B58-4888-A137-5D57FB31DF1F}"/>
                    </a:ext>
                  </a:extLst>
                </p:cNvPr>
                <p:cNvSpPr/>
                <p:nvPr/>
              </p:nvSpPr>
              <p:spPr>
                <a:xfrm>
                  <a:off x="1274238" y="4049856"/>
                  <a:ext cx="70316" cy="11287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" name="Rectangle: Rounded Corners 219">
                  <a:extLst>
                    <a:ext uri="{FF2B5EF4-FFF2-40B4-BE49-F238E27FC236}">
                      <a16:creationId xmlns:a16="http://schemas.microsoft.com/office/drawing/2014/main" id="{73AACA32-C92B-47E4-949E-377D3DE62752}"/>
                    </a:ext>
                  </a:extLst>
                </p:cNvPr>
                <p:cNvSpPr/>
                <p:nvPr/>
              </p:nvSpPr>
              <p:spPr>
                <a:xfrm>
                  <a:off x="1120270" y="4083092"/>
                  <a:ext cx="70316" cy="11287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525582EE-7DAC-4BB8-830E-4897BA4814C2}"/>
                    </a:ext>
                  </a:extLst>
                </p:cNvPr>
                <p:cNvSpPr/>
                <p:nvPr/>
              </p:nvSpPr>
              <p:spPr>
                <a:xfrm>
                  <a:off x="1228369" y="4083092"/>
                  <a:ext cx="70316" cy="11287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CFDB5206-4C01-44B7-82B7-B1900538C82B}"/>
                </a:ext>
              </a:extLst>
            </p:cNvPr>
            <p:cNvGrpSpPr/>
            <p:nvPr/>
          </p:nvGrpSpPr>
          <p:grpSpPr>
            <a:xfrm>
              <a:off x="951663" y="5526767"/>
              <a:ext cx="974485" cy="455663"/>
              <a:chOff x="1417621" y="5016705"/>
              <a:chExt cx="974485" cy="455663"/>
            </a:xfrm>
          </p:grpSpPr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C6CAD105-F880-4C02-BFA4-12E34466ADF7}"/>
                  </a:ext>
                </a:extLst>
              </p:cNvPr>
              <p:cNvSpPr txBox="1"/>
              <p:nvPr/>
            </p:nvSpPr>
            <p:spPr>
              <a:xfrm>
                <a:off x="1417621" y="5226147"/>
                <a:ext cx="9744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>
                    <a:latin typeface="+mj-lt"/>
                    <a:ea typeface="Roboto" panose="02000000000000000000" pitchFamily="2" charset="0"/>
                  </a:rPr>
                  <a:t>Design</a:t>
                </a:r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DB544D80-FE3E-4D87-94B0-BBBF878616FA}"/>
                  </a:ext>
                </a:extLst>
              </p:cNvPr>
              <p:cNvSpPr txBox="1"/>
              <p:nvPr/>
            </p:nvSpPr>
            <p:spPr>
              <a:xfrm>
                <a:off x="1678454" y="5016705"/>
                <a:ext cx="4128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0101</a:t>
                </a:r>
                <a:br>
                  <a:rPr lang="en-US" sz="700" b="1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7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0110</a:t>
                </a: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5C733194-9F75-4410-8F63-3134F4405416}"/>
                </a:ext>
              </a:extLst>
            </p:cNvPr>
            <p:cNvGrpSpPr/>
            <p:nvPr/>
          </p:nvGrpSpPr>
          <p:grpSpPr>
            <a:xfrm>
              <a:off x="415910" y="5519251"/>
              <a:ext cx="974485" cy="455663"/>
              <a:chOff x="1389046" y="5016705"/>
              <a:chExt cx="974485" cy="455663"/>
            </a:xfrm>
          </p:grpSpPr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E1962E9-9B65-41E7-B009-33CFC6221DF9}"/>
                  </a:ext>
                </a:extLst>
              </p:cNvPr>
              <p:cNvSpPr txBox="1"/>
              <p:nvPr/>
            </p:nvSpPr>
            <p:spPr>
              <a:xfrm>
                <a:off x="1389046" y="5226147"/>
                <a:ext cx="9744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err="1">
                    <a:latin typeface="+mj-lt"/>
                    <a:ea typeface="Roboto" panose="02000000000000000000" pitchFamily="2" charset="0"/>
                  </a:rPr>
                  <a:t>Mmt</a:t>
                </a:r>
                <a:endParaRPr lang="en-US" sz="1000" b="1">
                  <a:latin typeface="+mj-lt"/>
                  <a:ea typeface="Roboto" panose="02000000000000000000" pitchFamily="2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09126FB-37B2-4923-94AB-5E13B37FCDBD}"/>
                  </a:ext>
                </a:extLst>
              </p:cNvPr>
              <p:cNvSpPr txBox="1"/>
              <p:nvPr/>
            </p:nvSpPr>
            <p:spPr>
              <a:xfrm>
                <a:off x="1678454" y="5016705"/>
                <a:ext cx="4128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0101</a:t>
                </a:r>
                <a:br>
                  <a:rPr lang="en-US" sz="700" b="1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7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0110</a:t>
                </a:r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F5BC824-4295-4DCA-8A37-7DB819FB84DD}"/>
                </a:ext>
              </a:extLst>
            </p:cNvPr>
            <p:cNvGrpSpPr/>
            <p:nvPr/>
          </p:nvGrpSpPr>
          <p:grpSpPr>
            <a:xfrm>
              <a:off x="397926" y="6030068"/>
              <a:ext cx="974485" cy="398313"/>
              <a:chOff x="1601109" y="4796808"/>
              <a:chExt cx="974485" cy="398313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4F13B3A5-6FE3-4424-B15B-58CD40C3B091}"/>
                  </a:ext>
                </a:extLst>
              </p:cNvPr>
              <p:cNvSpPr txBox="1"/>
              <p:nvPr/>
            </p:nvSpPr>
            <p:spPr>
              <a:xfrm>
                <a:off x="1601109" y="4948900"/>
                <a:ext cx="9744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>
                    <a:latin typeface="+mj-lt"/>
                    <a:ea typeface="Roboto" panose="02000000000000000000" pitchFamily="2" charset="0"/>
                  </a:rPr>
                  <a:t>Part</a:t>
                </a:r>
              </a:p>
            </p:txBody>
          </p:sp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991C66-6F5D-4898-9B34-34D7EC7FF425}"/>
                  </a:ext>
                </a:extLst>
              </p:cNvPr>
              <p:cNvSpPr/>
              <p:nvPr/>
            </p:nvSpPr>
            <p:spPr>
              <a:xfrm>
                <a:off x="1988820" y="4796808"/>
                <a:ext cx="222745" cy="184750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62D323D7-6232-4043-8D0B-E2D84DC703C8}"/>
                </a:ext>
              </a:extLst>
            </p:cNvPr>
            <p:cNvGrpSpPr/>
            <p:nvPr/>
          </p:nvGrpSpPr>
          <p:grpSpPr>
            <a:xfrm>
              <a:off x="5950303" y="5134792"/>
              <a:ext cx="663414" cy="1210201"/>
              <a:chOff x="1913842" y="4555590"/>
              <a:chExt cx="663414" cy="1210201"/>
            </a:xfrm>
          </p:grpSpPr>
          <p:sp>
            <p:nvSpPr>
              <p:cNvPr id="234" name="Callout: Down Arrow 233">
                <a:extLst>
                  <a:ext uri="{FF2B5EF4-FFF2-40B4-BE49-F238E27FC236}">
                    <a16:creationId xmlns:a16="http://schemas.microsoft.com/office/drawing/2014/main" id="{29BEB9B2-6BE1-4781-A519-E6FA60913493}"/>
                  </a:ext>
                </a:extLst>
              </p:cNvPr>
              <p:cNvSpPr/>
              <p:nvPr/>
            </p:nvSpPr>
            <p:spPr>
              <a:xfrm>
                <a:off x="1925256" y="5346135"/>
                <a:ext cx="652000" cy="419656"/>
              </a:xfrm>
              <a:prstGeom prst="downArrowCallou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1400" b="1" i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</a:rPr>
                  <a:t>Δ</a:t>
                </a:r>
                <a:r>
                  <a:rPr lang="en-US" sz="1400" b="1">
                    <a:solidFill>
                      <a:srgbClr val="202124"/>
                    </a:solidFill>
                    <a:latin typeface="Roboto" panose="02000000000000000000" pitchFamily="2" charset="0"/>
                  </a:rPr>
                  <a:t>Mat</a:t>
                </a:r>
                <a:endParaRPr lang="en-US" sz="1400"/>
              </a:p>
            </p:txBody>
          </p:sp>
          <p:sp>
            <p:nvSpPr>
              <p:cNvPr id="231" name="Callout: Down Arrow 230">
                <a:extLst>
                  <a:ext uri="{FF2B5EF4-FFF2-40B4-BE49-F238E27FC236}">
                    <a16:creationId xmlns:a16="http://schemas.microsoft.com/office/drawing/2014/main" id="{6283E500-A254-47AE-85CF-D408A4A55534}"/>
                  </a:ext>
                </a:extLst>
              </p:cNvPr>
              <p:cNvSpPr/>
              <p:nvPr/>
            </p:nvSpPr>
            <p:spPr>
              <a:xfrm>
                <a:off x="1925256" y="4955032"/>
                <a:ext cx="652000" cy="419656"/>
              </a:xfrm>
              <a:prstGeom prst="downArrowCallou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1400" b="1" i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</a:rPr>
                  <a:t>Δ</a:t>
                </a:r>
                <a:r>
                  <a:rPr lang="en-US" sz="1400" b="1">
                    <a:solidFill>
                      <a:srgbClr val="202124"/>
                    </a:solidFill>
                    <a:latin typeface="Roboto" panose="02000000000000000000" pitchFamily="2" charset="0"/>
                  </a:rPr>
                  <a:t>Mat</a:t>
                </a:r>
                <a:endParaRPr lang="en-US" sz="1400"/>
              </a:p>
            </p:txBody>
          </p:sp>
          <p:sp>
            <p:nvSpPr>
              <p:cNvPr id="233" name="Callout: Down Arrow 232">
                <a:extLst>
                  <a:ext uri="{FF2B5EF4-FFF2-40B4-BE49-F238E27FC236}">
                    <a16:creationId xmlns:a16="http://schemas.microsoft.com/office/drawing/2014/main" id="{66F17FC8-3136-471A-8D92-6868E60A6AFA}"/>
                  </a:ext>
                </a:extLst>
              </p:cNvPr>
              <p:cNvSpPr/>
              <p:nvPr/>
            </p:nvSpPr>
            <p:spPr>
              <a:xfrm>
                <a:off x="1913842" y="4555590"/>
                <a:ext cx="652000" cy="419656"/>
              </a:xfrm>
              <a:prstGeom prst="downArrowCallou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202124"/>
                    </a:solidFill>
                    <a:latin typeface="Roboto" panose="02000000000000000000" pitchFamily="2" charset="0"/>
                  </a:rPr>
                  <a:t>+Mat</a:t>
                </a:r>
                <a:endParaRPr lang="en-US" sz="1400"/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CD4A72F-875B-439D-97EA-F0593EA65E9E}"/>
                </a:ext>
              </a:extLst>
            </p:cNvPr>
            <p:cNvGrpSpPr/>
            <p:nvPr/>
          </p:nvGrpSpPr>
          <p:grpSpPr>
            <a:xfrm>
              <a:off x="8648697" y="5080060"/>
              <a:ext cx="670840" cy="1225660"/>
              <a:chOff x="2809850" y="4540648"/>
              <a:chExt cx="670840" cy="1225660"/>
            </a:xfrm>
          </p:grpSpPr>
          <p:sp>
            <p:nvSpPr>
              <p:cNvPr id="238" name="Callout: Down Arrow 237">
                <a:extLst>
                  <a:ext uri="{FF2B5EF4-FFF2-40B4-BE49-F238E27FC236}">
                    <a16:creationId xmlns:a16="http://schemas.microsoft.com/office/drawing/2014/main" id="{3AC60F3A-31E5-430D-A611-8A15EFC58973}"/>
                  </a:ext>
                </a:extLst>
              </p:cNvPr>
              <p:cNvSpPr/>
              <p:nvPr/>
            </p:nvSpPr>
            <p:spPr>
              <a:xfrm>
                <a:off x="2809850" y="5346652"/>
                <a:ext cx="652000" cy="419656"/>
              </a:xfrm>
              <a:prstGeom prst="downArrow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1400" b="1" i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</a:rPr>
                  <a:t>Δ</a:t>
                </a:r>
                <a:r>
                  <a:rPr lang="en-US" sz="1400" b="1">
                    <a:solidFill>
                      <a:srgbClr val="202124"/>
                    </a:solidFill>
                    <a:latin typeface="Roboto" panose="02000000000000000000" pitchFamily="2" charset="0"/>
                  </a:rPr>
                  <a:t>Geo</a:t>
                </a:r>
                <a:endParaRPr lang="en-US" sz="1400"/>
              </a:p>
            </p:txBody>
          </p:sp>
          <p:sp>
            <p:nvSpPr>
              <p:cNvPr id="232" name="Callout: Down Arrow 231">
                <a:extLst>
                  <a:ext uri="{FF2B5EF4-FFF2-40B4-BE49-F238E27FC236}">
                    <a16:creationId xmlns:a16="http://schemas.microsoft.com/office/drawing/2014/main" id="{595E4A3B-DD9A-46A8-BBCA-EC8FADD945DA}"/>
                  </a:ext>
                </a:extLst>
              </p:cNvPr>
              <p:cNvSpPr/>
              <p:nvPr/>
            </p:nvSpPr>
            <p:spPr>
              <a:xfrm>
                <a:off x="2819270" y="4939554"/>
                <a:ext cx="652000" cy="419656"/>
              </a:xfrm>
              <a:prstGeom prst="downArrow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1400" b="1" i="0">
                    <a:solidFill>
                      <a:srgbClr val="202124"/>
                    </a:solidFill>
                    <a:effectLst/>
                    <a:latin typeface="Roboto" panose="02000000000000000000" pitchFamily="2" charset="0"/>
                  </a:rPr>
                  <a:t>Δ</a:t>
                </a:r>
                <a:r>
                  <a:rPr lang="en-US" sz="1400" b="1">
                    <a:solidFill>
                      <a:srgbClr val="202124"/>
                    </a:solidFill>
                    <a:latin typeface="Roboto" panose="02000000000000000000" pitchFamily="2" charset="0"/>
                  </a:rPr>
                  <a:t>Geo</a:t>
                </a:r>
                <a:endParaRPr lang="en-US" sz="1400"/>
              </a:p>
            </p:txBody>
          </p:sp>
          <p:sp>
            <p:nvSpPr>
              <p:cNvPr id="236" name="Callout: Down Arrow 235">
                <a:extLst>
                  <a:ext uri="{FF2B5EF4-FFF2-40B4-BE49-F238E27FC236}">
                    <a16:creationId xmlns:a16="http://schemas.microsoft.com/office/drawing/2014/main" id="{B49523EB-809B-4A7A-B24D-149C3139EF9B}"/>
                  </a:ext>
                </a:extLst>
              </p:cNvPr>
              <p:cNvSpPr/>
              <p:nvPr/>
            </p:nvSpPr>
            <p:spPr>
              <a:xfrm>
                <a:off x="2828690" y="4540648"/>
                <a:ext cx="652000" cy="419656"/>
              </a:xfrm>
              <a:prstGeom prst="downArrow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rgbClr val="202124"/>
                    </a:solidFill>
                    <a:latin typeface="Roboto" panose="02000000000000000000" pitchFamily="2" charset="0"/>
                  </a:rPr>
                  <a:t>+Geo</a:t>
                </a:r>
                <a:endParaRPr lang="en-US" sz="1400"/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44607544-749D-4837-AC97-FB64D1AF0020}"/>
                </a:ext>
              </a:extLst>
            </p:cNvPr>
            <p:cNvGrpSpPr/>
            <p:nvPr/>
          </p:nvGrpSpPr>
          <p:grpSpPr>
            <a:xfrm>
              <a:off x="2512270" y="5642469"/>
              <a:ext cx="1279001" cy="580824"/>
              <a:chOff x="1749353" y="6122443"/>
              <a:chExt cx="1279001" cy="580824"/>
            </a:xfrm>
          </p:grpSpPr>
          <p:sp>
            <p:nvSpPr>
              <p:cNvPr id="239" name="Rectangle: Rounded Corners 238">
                <a:extLst>
                  <a:ext uri="{FF2B5EF4-FFF2-40B4-BE49-F238E27FC236}">
                    <a16:creationId xmlns:a16="http://schemas.microsoft.com/office/drawing/2014/main" id="{D836160A-4788-408F-A866-4B389228CEE9}"/>
                  </a:ext>
                </a:extLst>
              </p:cNvPr>
              <p:cNvSpPr/>
              <p:nvPr/>
            </p:nvSpPr>
            <p:spPr>
              <a:xfrm>
                <a:off x="1749353" y="6122443"/>
                <a:ext cx="1279001" cy="580824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Operation</a:t>
                </a:r>
                <a:br>
                  <a:rPr lang="en-US" sz="1200">
                    <a:solidFill>
                      <a:schemeClr val="tx1"/>
                    </a:solidFill>
                  </a:rPr>
                </a:br>
                <a:endParaRPr lang="en-US" sz="12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4151BC47-7338-4048-ADF6-95C726666A07}"/>
                  </a:ext>
                </a:extLst>
              </p:cNvPr>
              <p:cNvGrpSpPr/>
              <p:nvPr/>
            </p:nvGrpSpPr>
            <p:grpSpPr>
              <a:xfrm>
                <a:off x="2309834" y="6513546"/>
                <a:ext cx="652000" cy="123895"/>
                <a:chOff x="2406401" y="5086556"/>
                <a:chExt cx="374233" cy="63466"/>
              </a:xfrm>
            </p:grpSpPr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34CD8F98-136C-4476-B9AD-7E4D45843130}"/>
                    </a:ext>
                  </a:extLst>
                </p:cNvPr>
                <p:cNvSpPr/>
                <p:nvPr/>
              </p:nvSpPr>
              <p:spPr>
                <a:xfrm>
                  <a:off x="2406401" y="5086557"/>
                  <a:ext cx="65314" cy="6346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65723053-4A91-4B9B-952E-62C1E052100F}"/>
                    </a:ext>
                  </a:extLst>
                </p:cNvPr>
                <p:cNvSpPr/>
                <p:nvPr/>
              </p:nvSpPr>
              <p:spPr>
                <a:xfrm>
                  <a:off x="2509374" y="5086556"/>
                  <a:ext cx="65314" cy="63465"/>
                </a:xfrm>
                <a:prstGeom prst="ellips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227AC7A6-2882-454B-8690-E0234F48AAAA}"/>
                    </a:ext>
                  </a:extLst>
                </p:cNvPr>
                <p:cNvSpPr/>
                <p:nvPr/>
              </p:nvSpPr>
              <p:spPr>
                <a:xfrm>
                  <a:off x="2612347" y="5086556"/>
                  <a:ext cx="65314" cy="6346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01C2E94D-2827-4187-AEB8-8B1A651E8D72}"/>
                    </a:ext>
                  </a:extLst>
                </p:cNvPr>
                <p:cNvSpPr/>
                <p:nvPr/>
              </p:nvSpPr>
              <p:spPr>
                <a:xfrm>
                  <a:off x="2715320" y="5086556"/>
                  <a:ext cx="65314" cy="6346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86298A39-A6D6-450E-BABB-A9CAA9437D56}"/>
                </a:ext>
              </a:extLst>
            </p:cNvPr>
            <p:cNvSpPr txBox="1"/>
            <p:nvPr/>
          </p:nvSpPr>
          <p:spPr>
            <a:xfrm>
              <a:off x="560189" y="5071136"/>
              <a:ext cx="13046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Artifacts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85AD3AAF-2237-4CB6-93C8-B37D8F653F1C}"/>
                </a:ext>
              </a:extLst>
            </p:cNvPr>
            <p:cNvSpPr txBox="1"/>
            <p:nvPr/>
          </p:nvSpPr>
          <p:spPr>
            <a:xfrm>
              <a:off x="2403285" y="5060199"/>
              <a:ext cx="1483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Operations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12F7168-16F0-41E0-9101-1BF36319B473}"/>
                </a:ext>
              </a:extLst>
            </p:cNvPr>
            <p:cNvSpPr txBox="1"/>
            <p:nvPr/>
          </p:nvSpPr>
          <p:spPr>
            <a:xfrm>
              <a:off x="4305741" y="5070951"/>
              <a:ext cx="14835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Material</a:t>
              </a:r>
              <a:br>
                <a:rPr lang="en-US" b="1"/>
              </a:br>
              <a:r>
                <a:rPr lang="en-US" b="1"/>
                <a:t>Provenance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13380ECB-2F80-4847-BFB4-0344A1A05013}"/>
                </a:ext>
              </a:extLst>
            </p:cNvPr>
            <p:cNvSpPr txBox="1"/>
            <p:nvPr/>
          </p:nvSpPr>
          <p:spPr>
            <a:xfrm>
              <a:off x="7103323" y="5042463"/>
              <a:ext cx="14835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Geometric</a:t>
              </a:r>
              <a:br>
                <a:rPr lang="en-US" b="1"/>
              </a:br>
              <a:r>
                <a:rPr lang="en-US" b="1"/>
                <a:t>Provenance</a:t>
              </a: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ADCE413-A233-4331-9BDF-393231E6C489}"/>
              </a:ext>
            </a:extLst>
          </p:cNvPr>
          <p:cNvGrpSpPr/>
          <p:nvPr/>
        </p:nvGrpSpPr>
        <p:grpSpPr>
          <a:xfrm>
            <a:off x="8931851" y="1669253"/>
            <a:ext cx="271260" cy="63466"/>
            <a:chOff x="2944320" y="5599726"/>
            <a:chExt cx="271260" cy="63466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44E7A384-9CD6-46FA-A9E9-F720D74AD5D4}"/>
                </a:ext>
              </a:extLst>
            </p:cNvPr>
            <p:cNvSpPr/>
            <p:nvPr/>
          </p:nvSpPr>
          <p:spPr>
            <a:xfrm>
              <a:off x="2944320" y="5599727"/>
              <a:ext cx="65314" cy="6346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EE53B418-9BAC-4E09-8420-7963C99728D1}"/>
                </a:ext>
              </a:extLst>
            </p:cNvPr>
            <p:cNvSpPr/>
            <p:nvPr/>
          </p:nvSpPr>
          <p:spPr>
            <a:xfrm>
              <a:off x="3047293" y="5599726"/>
              <a:ext cx="65314" cy="6346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C4077501-FD27-4BE3-B03F-D0FA7D2D0B70}"/>
                </a:ext>
              </a:extLst>
            </p:cNvPr>
            <p:cNvSpPr/>
            <p:nvPr/>
          </p:nvSpPr>
          <p:spPr>
            <a:xfrm>
              <a:off x="3150266" y="5599726"/>
              <a:ext cx="65314" cy="6346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8" name="Oval 267">
            <a:extLst>
              <a:ext uri="{FF2B5EF4-FFF2-40B4-BE49-F238E27FC236}">
                <a16:creationId xmlns:a16="http://schemas.microsoft.com/office/drawing/2014/main" id="{B1C00F19-6BAA-4A38-BE79-E8FC31FBF853}"/>
              </a:ext>
            </a:extLst>
          </p:cNvPr>
          <p:cNvSpPr/>
          <p:nvPr/>
        </p:nvSpPr>
        <p:spPr>
          <a:xfrm>
            <a:off x="10309560" y="1678304"/>
            <a:ext cx="65314" cy="6346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883BD01-4959-4B04-A548-BF8A2E502188}"/>
              </a:ext>
            </a:extLst>
          </p:cNvPr>
          <p:cNvSpPr txBox="1"/>
          <p:nvPr/>
        </p:nvSpPr>
        <p:spPr>
          <a:xfrm>
            <a:off x="6557919" y="3589796"/>
            <a:ext cx="220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75000"/>
                  </a:schemeClr>
                </a:solidFill>
              </a:rPr>
              <a:t>(same as above)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2832358-E56C-4B43-A5A5-C462B9127C6D}"/>
              </a:ext>
            </a:extLst>
          </p:cNvPr>
          <p:cNvSpPr txBox="1"/>
          <p:nvPr/>
        </p:nvSpPr>
        <p:spPr>
          <a:xfrm>
            <a:off x="6557919" y="4380184"/>
            <a:ext cx="220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75000"/>
                  </a:schemeClr>
                </a:solidFill>
              </a:rPr>
              <a:t>(same as above)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157AFC8-8E4E-41CD-87E8-26C9D900513C}"/>
              </a:ext>
            </a:extLst>
          </p:cNvPr>
          <p:cNvSpPr txBox="1"/>
          <p:nvPr/>
        </p:nvSpPr>
        <p:spPr>
          <a:xfrm>
            <a:off x="6536295" y="1912524"/>
            <a:ext cx="220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75000"/>
                  </a:schemeClr>
                </a:solidFill>
              </a:rPr>
              <a:t>(same as above)</a:t>
            </a:r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2F3AD239-C112-4CB4-A9E9-C552378604A7}"/>
              </a:ext>
            </a:extLst>
          </p:cNvPr>
          <p:cNvGrpSpPr/>
          <p:nvPr/>
        </p:nvGrpSpPr>
        <p:grpSpPr>
          <a:xfrm>
            <a:off x="7152878" y="1062994"/>
            <a:ext cx="1286090" cy="352126"/>
            <a:chOff x="7152878" y="1062994"/>
            <a:chExt cx="1286090" cy="352126"/>
          </a:xfrm>
        </p:grpSpPr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7434F342-FAF0-4D7C-A5C0-8120778DD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2878" y="1080004"/>
              <a:ext cx="0" cy="335116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637A1FDA-26C0-4BA6-86B5-374FD693ABE0}"/>
                </a:ext>
              </a:extLst>
            </p:cNvPr>
            <p:cNvCxnSpPr/>
            <p:nvPr/>
          </p:nvCxnSpPr>
          <p:spPr>
            <a:xfrm flipV="1">
              <a:off x="7152878" y="1062994"/>
              <a:ext cx="860049" cy="7485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C270C727-AFAC-48D2-8121-C8144BA537F2}"/>
                </a:ext>
              </a:extLst>
            </p:cNvPr>
            <p:cNvCxnSpPr>
              <a:cxnSpLocks/>
            </p:cNvCxnSpPr>
            <p:nvPr/>
          </p:nvCxnSpPr>
          <p:spPr>
            <a:xfrm>
              <a:off x="8012927" y="1069178"/>
              <a:ext cx="426041" cy="323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E08AD717-1964-4C3C-A7D2-CA7886180D4F}"/>
              </a:ext>
            </a:extLst>
          </p:cNvPr>
          <p:cNvGrpSpPr/>
          <p:nvPr/>
        </p:nvGrpSpPr>
        <p:grpSpPr>
          <a:xfrm>
            <a:off x="7135069" y="2377957"/>
            <a:ext cx="1286090" cy="352126"/>
            <a:chOff x="7152878" y="1062994"/>
            <a:chExt cx="1286090" cy="352126"/>
          </a:xfrm>
        </p:grpSpPr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2119B474-701E-4B6C-BF2B-E17B69A1B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2878" y="1080004"/>
              <a:ext cx="0" cy="335116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5FDB86B2-E530-4809-BB39-21514DCFFC60}"/>
                </a:ext>
              </a:extLst>
            </p:cNvPr>
            <p:cNvCxnSpPr/>
            <p:nvPr/>
          </p:nvCxnSpPr>
          <p:spPr>
            <a:xfrm flipV="1">
              <a:off x="7152878" y="1062994"/>
              <a:ext cx="860049" cy="7485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5497B671-1237-4FEF-A2D9-686817E55DD9}"/>
                </a:ext>
              </a:extLst>
            </p:cNvPr>
            <p:cNvCxnSpPr>
              <a:cxnSpLocks/>
            </p:cNvCxnSpPr>
            <p:nvPr/>
          </p:nvCxnSpPr>
          <p:spPr>
            <a:xfrm>
              <a:off x="8012927" y="1069178"/>
              <a:ext cx="426041" cy="323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8" name="Rectangle 297">
            <a:extLst>
              <a:ext uri="{FF2B5EF4-FFF2-40B4-BE49-F238E27FC236}">
                <a16:creationId xmlns:a16="http://schemas.microsoft.com/office/drawing/2014/main" id="{F9CFADB2-6BEF-4A90-AE38-E0F1EC013B00}"/>
              </a:ext>
            </a:extLst>
          </p:cNvPr>
          <p:cNvSpPr/>
          <p:nvPr/>
        </p:nvSpPr>
        <p:spPr>
          <a:xfrm>
            <a:off x="3347982" y="2278210"/>
            <a:ext cx="6409197" cy="2566977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15EAD11D-9C5C-487F-8218-CE8ADC2A9068}"/>
              </a:ext>
            </a:extLst>
          </p:cNvPr>
          <p:cNvSpPr txBox="1"/>
          <p:nvPr/>
        </p:nvSpPr>
        <p:spPr>
          <a:xfrm>
            <a:off x="343362" y="5551720"/>
            <a:ext cx="130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Digital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BC5C516D-573F-4F68-B2C5-3BDA5C2340D9}"/>
              </a:ext>
            </a:extLst>
          </p:cNvPr>
          <p:cNvSpPr txBox="1"/>
          <p:nvPr/>
        </p:nvSpPr>
        <p:spPr>
          <a:xfrm>
            <a:off x="370557" y="5972896"/>
            <a:ext cx="130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Material</a:t>
            </a:r>
          </a:p>
        </p:txBody>
      </p:sp>
    </p:spTree>
    <p:extLst>
      <p:ext uri="{BB962C8B-B14F-4D97-AF65-F5344CB8AC3E}">
        <p14:creationId xmlns:p14="http://schemas.microsoft.com/office/powerpoint/2010/main" val="221558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Project 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C7F92-34EE-7D40-E33F-304DA61AA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994" y="844121"/>
            <a:ext cx="9126224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47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Manufacturing Operation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24358-F8BE-4FA5-57E8-186AF38C9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77" y="1007706"/>
            <a:ext cx="73094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8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Material and Digital Artifacts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90985-8EF1-905A-F393-FF503856C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771" y="2212699"/>
            <a:ext cx="729716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1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Material and Digital Artifacts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419DD-8E2B-2186-A837-18095B62A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310" y="727788"/>
            <a:ext cx="6585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6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E3DE-45C7-8346-9026-7D90DA0A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Manufacturing Operation Schemas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7D92E-7751-26A6-9E18-DE9946F8A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 “standard” attachment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FDECD-04EF-74E6-F760-7313E90F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720DB8-C395-223F-B24E-D71F198FE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42" y="1702340"/>
            <a:ext cx="11539265" cy="404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10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E3DE-45C7-8346-9026-7D90DA0A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Manufacturing Operation Schemas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7D92E-7751-26A6-9E18-DE9946F8A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Rendered as custom API /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FDECD-04EF-74E6-F760-7313E90F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8D2D4-229F-E82C-D38D-422A5E804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98" y="1693593"/>
            <a:ext cx="4247986" cy="4636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8DFC3C-B650-9638-06FE-14B1F02CD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798" y="1633959"/>
            <a:ext cx="4050941" cy="4410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5489E3-7672-E169-6618-E09557A41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052" y="1591495"/>
            <a:ext cx="4247986" cy="463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98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Linked Artifacts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471F1-930C-22DE-5BFE-7A795ACC5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5" y="759136"/>
            <a:ext cx="9116697" cy="553479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F17EC29-2059-EC60-AB43-C728453E77A8}"/>
              </a:ext>
            </a:extLst>
          </p:cNvPr>
          <p:cNvSpPr/>
          <p:nvPr/>
        </p:nvSpPr>
        <p:spPr>
          <a:xfrm>
            <a:off x="1679510" y="5125990"/>
            <a:ext cx="2453951" cy="13062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8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16217B3-4BC6-EDC0-DE85-FC1538323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43" y="928419"/>
            <a:ext cx="2809406" cy="26358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Linked Artifacts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51795D-7EA9-067D-4CBF-5EECE7E3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223" y="1514334"/>
            <a:ext cx="2709025" cy="3094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BC7222-4EF8-42C8-D6D2-5273FFCA7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713" y="2389451"/>
            <a:ext cx="3226838" cy="25911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4D9D85-E455-26FD-71E9-355A9C3C8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132" y="2688224"/>
            <a:ext cx="2818014" cy="3299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F137C2-EFA3-B926-5AC5-67F803A6D5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395" y="1356419"/>
            <a:ext cx="3744834" cy="414516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313CB7-F6C2-7AEA-76D1-34BD2CFA1188}"/>
              </a:ext>
            </a:extLst>
          </p:cNvPr>
          <p:cNvCxnSpPr/>
          <p:nvPr/>
        </p:nvCxnSpPr>
        <p:spPr>
          <a:xfrm>
            <a:off x="1408922" y="2463282"/>
            <a:ext cx="821094" cy="89573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0C492A-51F2-C7AB-1E81-381BD9F3133E}"/>
              </a:ext>
            </a:extLst>
          </p:cNvPr>
          <p:cNvCxnSpPr>
            <a:cxnSpLocks/>
          </p:cNvCxnSpPr>
          <p:nvPr/>
        </p:nvCxnSpPr>
        <p:spPr>
          <a:xfrm flipV="1">
            <a:off x="2732512" y="3875493"/>
            <a:ext cx="924651" cy="58591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3F161E-2A24-51F0-0B0C-ADBDA2604FCF}"/>
              </a:ext>
            </a:extLst>
          </p:cNvPr>
          <p:cNvCxnSpPr>
            <a:cxnSpLocks/>
          </p:cNvCxnSpPr>
          <p:nvPr/>
        </p:nvCxnSpPr>
        <p:spPr>
          <a:xfrm flipV="1">
            <a:off x="4345160" y="4337793"/>
            <a:ext cx="1187893" cy="57030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C4CF58-DA0E-8865-AAAD-DAB277C19140}"/>
              </a:ext>
            </a:extLst>
          </p:cNvPr>
          <p:cNvCxnSpPr>
            <a:cxnSpLocks/>
          </p:cNvCxnSpPr>
          <p:nvPr/>
        </p:nvCxnSpPr>
        <p:spPr>
          <a:xfrm flipV="1">
            <a:off x="5642163" y="4245429"/>
            <a:ext cx="2818846" cy="109823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2520809-4E57-C8DD-942C-F0FB58C3B9C6}"/>
              </a:ext>
            </a:extLst>
          </p:cNvPr>
          <p:cNvSpPr/>
          <p:nvPr/>
        </p:nvSpPr>
        <p:spPr>
          <a:xfrm>
            <a:off x="10189029" y="5033435"/>
            <a:ext cx="1091682" cy="620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91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ED5-D00A-4974-B2DD-49476585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cs typeface="Calibri" panose="020F0502020204030204" pitchFamily="34" charset="0"/>
              </a:rPr>
              <a:t>Artifact Provenance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491C-BCCD-4D0F-8728-07374478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802-225F-4DA4-952C-019D93382B0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04C91A-8988-4405-9181-F78CA71A7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004" y="942392"/>
            <a:ext cx="7473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56103"/>
      </p:ext>
    </p:extLst>
  </p:cSld>
  <p:clrMapOvr>
    <a:masterClrMapping/>
  </p:clrMapOvr>
</p:sld>
</file>

<file path=ppt/theme/theme1.xml><?xml version="1.0" encoding="utf-8"?>
<a:theme xmlns:a="http://schemas.openxmlformats.org/drawingml/2006/main" name="ASCC_Internal_Use_Onl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CC_Internal_Use_Only.potx" id="{6E741CF0-996C-4308-9F82-66C0D9C7BF27}" vid="{9C1237A5-90F2-4B7D-8427-BC3E2588AD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78FFEAEF2C8643901B52AA3652E9A9" ma:contentTypeVersion="7" ma:contentTypeDescription="Create a new document." ma:contentTypeScope="" ma:versionID="bc2e228a1f2eef8e2fc3b01579c20378">
  <xsd:schema xmlns:xsd="http://www.w3.org/2001/XMLSchema" xmlns:xs="http://www.w3.org/2001/XMLSchema" xmlns:p="http://schemas.microsoft.com/office/2006/metadata/properties" xmlns:ns2="2d05c7f3-a2ad-4133-8fd5-045aa96b993a" xmlns:ns3="6fa085a1-1cd9-4524-95f3-1959d66314e8" targetNamespace="http://schemas.microsoft.com/office/2006/metadata/properties" ma:root="true" ma:fieldsID="173e651ae2c812797c1a1377b17049a2" ns2:_="" ns3:_="">
    <xsd:import namespace="2d05c7f3-a2ad-4133-8fd5-045aa96b993a"/>
    <xsd:import namespace="6fa085a1-1cd9-4524-95f3-1959d66314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05c7f3-a2ad-4133-8fd5-045aa96b99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6e1aa99-157d-4dd0-af18-f0d80fde07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a085a1-1cd9-4524-95f3-1959d66314e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b97659f-9ef0-4e8c-8d4b-3420adac13c9}" ma:internalName="TaxCatchAll" ma:showField="CatchAllData" ma:web="6fa085a1-1cd9-4524-95f3-1959d66314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a085a1-1cd9-4524-95f3-1959d66314e8" xsi:nil="true"/>
    <lcf76f155ced4ddcb4097134ff3c332f xmlns="2d05c7f3-a2ad-4133-8fd5-045aa96b993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79F969-D9EA-4F22-ACB3-CC0F10124C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05c7f3-a2ad-4133-8fd5-045aa96b993a"/>
    <ds:schemaRef ds:uri="6fa085a1-1cd9-4524-95f3-1959d66314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9E5480-82DB-4A87-9AE7-8A6660424AAB}">
  <ds:schemaRefs>
    <ds:schemaRef ds:uri="http://schemas.microsoft.com/office/2006/metadata/properties"/>
    <ds:schemaRef ds:uri="http://schemas.microsoft.com/office/infopath/2007/PartnerControls"/>
    <ds:schemaRef ds:uri="6fa085a1-1cd9-4524-95f3-1959d66314e8"/>
    <ds:schemaRef ds:uri="2d05c7f3-a2ad-4133-8fd5-045aa96b993a"/>
  </ds:schemaRefs>
</ds:datastoreItem>
</file>

<file path=customXml/itemProps3.xml><?xml version="1.0" encoding="utf-8"?>
<ds:datastoreItem xmlns:ds="http://schemas.openxmlformats.org/officeDocument/2006/customXml" ds:itemID="{3D05B684-3E84-48E9-900B-2EDB5D9890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ASCC Internal Use Only</Template>
  <TotalTime>2</TotalTime>
  <Words>222</Words>
  <Application>Microsoft Office PowerPoint</Application>
  <PresentationFormat>Widescreen</PresentationFormat>
  <Paragraphs>90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Roboto</vt:lpstr>
      <vt:lpstr>Segoe UI</vt:lpstr>
      <vt:lpstr>ASCC_Internal_Use_Only</vt:lpstr>
      <vt:lpstr>Material Process-Property Data Warehouse</vt:lpstr>
      <vt:lpstr>Process-Property Data Warehouse</vt:lpstr>
      <vt:lpstr>Process-Property Data Warehouse</vt:lpstr>
      <vt:lpstr>Project View</vt:lpstr>
      <vt:lpstr>Manufacturing Operation</vt:lpstr>
      <vt:lpstr>Material and Digital Artifacts</vt:lpstr>
      <vt:lpstr>Material and Digital Artifacts</vt:lpstr>
      <vt:lpstr>Manufacturing Operation Schemas</vt:lpstr>
      <vt:lpstr>Manufacturing Operation Schemas</vt:lpstr>
      <vt:lpstr>Linked Artifacts</vt:lpstr>
      <vt:lpstr>Linked Artifacts</vt:lpstr>
      <vt:lpstr>Artifact Provenance</vt:lpstr>
    </vt:vector>
  </TitlesOfParts>
  <Manager>Britt Helten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Process-Property Data Warehouse</dc:title>
  <dc:creator>Gregory Studer</dc:creator>
  <cp:lastModifiedBy>Gregory Studer</cp:lastModifiedBy>
  <cp:revision>1</cp:revision>
  <dcterms:created xsi:type="dcterms:W3CDTF">2022-12-09T14:43:49Z</dcterms:created>
  <dcterms:modified xsi:type="dcterms:W3CDTF">2022-12-09T14:45:57Z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hecked by">
    <vt:lpwstr>Britt Helten</vt:lpwstr>
  </property>
  <property fmtid="{D5CDD505-2E9C-101B-9397-08002B2CF9AE}" pid="3" name="ContentTypeId">
    <vt:lpwstr>0x010100C778FFEAEF2C8643901B52AA3652E9A9</vt:lpwstr>
  </property>
</Properties>
</file>